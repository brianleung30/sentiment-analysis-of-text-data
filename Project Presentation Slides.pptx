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77" r:id="rId4"/>
    <p:sldId id="273" r:id="rId5"/>
    <p:sldId id="260" r:id="rId6"/>
    <p:sldId id="266" r:id="rId7"/>
    <p:sldId id="268" r:id="rId8"/>
    <p:sldId id="267" r:id="rId9"/>
    <p:sldId id="274" r:id="rId10"/>
    <p:sldId id="275" r:id="rId11"/>
    <p:sldId id="276" r:id="rId12"/>
    <p:sldId id="270" r:id="rId13"/>
    <p:sldId id="261" r:id="rId14"/>
    <p:sldId id="26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54A1A1-07DF-4CC4-AA38-3B09A91CA91B}" v="289" dt="2026-04-27T05:28:13.6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Leung" userId="dd50ab1c25e28f6f" providerId="LiveId" clId="{594B7852-E483-4D99-B4A6-A863D3824C6F}"/>
    <pc:docChg chg="undo redo custSel addSld delSld modSld sldOrd">
      <pc:chgData name="Brian Leung" userId="dd50ab1c25e28f6f" providerId="LiveId" clId="{594B7852-E483-4D99-B4A6-A863D3824C6F}" dt="2026-04-27T05:36:04.269" v="2293" actId="113"/>
      <pc:docMkLst>
        <pc:docMk/>
      </pc:docMkLst>
      <pc:sldChg chg="addSp modSp mod setBg addAnim">
        <pc:chgData name="Brian Leung" userId="dd50ab1c25e28f6f" providerId="LiveId" clId="{594B7852-E483-4D99-B4A6-A863D3824C6F}" dt="2026-04-23T01:22:27.911" v="1576"/>
        <pc:sldMkLst>
          <pc:docMk/>
          <pc:sldMk cId="669837791" sldId="256"/>
        </pc:sldMkLst>
        <pc:spChg chg="mod">
          <ac:chgData name="Brian Leung" userId="dd50ab1c25e28f6f" providerId="LiveId" clId="{594B7852-E483-4D99-B4A6-A863D3824C6F}" dt="2026-04-23T01:22:27.903" v="1574" actId="26606"/>
          <ac:spMkLst>
            <pc:docMk/>
            <pc:sldMk cId="669837791" sldId="256"/>
            <ac:spMk id="2" creationId="{61BC088F-CFAA-CF75-9237-2BD45440612A}"/>
          </ac:spMkLst>
        </pc:spChg>
        <pc:spChg chg="mod">
          <ac:chgData name="Brian Leung" userId="dd50ab1c25e28f6f" providerId="LiveId" clId="{594B7852-E483-4D99-B4A6-A863D3824C6F}" dt="2026-04-23T01:22:27.903" v="1574" actId="26606"/>
          <ac:spMkLst>
            <pc:docMk/>
            <pc:sldMk cId="669837791" sldId="256"/>
            <ac:spMk id="3" creationId="{340DA5BE-A7D3-B008-E51A-1CC46AFF89A0}"/>
          </ac:spMkLst>
        </pc:spChg>
        <pc:spChg chg="add">
          <ac:chgData name="Brian Leung" userId="dd50ab1c25e28f6f" providerId="LiveId" clId="{594B7852-E483-4D99-B4A6-A863D3824C6F}" dt="2026-04-23T01:22:27.903" v="1574" actId="26606"/>
          <ac:spMkLst>
            <pc:docMk/>
            <pc:sldMk cId="669837791" sldId="256"/>
            <ac:spMk id="8" creationId="{1A3C89F8-0D2F-47FF-B903-151248265F47}"/>
          </ac:spMkLst>
        </pc:spChg>
        <pc:spChg chg="add">
          <ac:chgData name="Brian Leung" userId="dd50ab1c25e28f6f" providerId="LiveId" clId="{594B7852-E483-4D99-B4A6-A863D3824C6F}" dt="2026-04-23T01:22:27.903" v="1574" actId="26606"/>
          <ac:spMkLst>
            <pc:docMk/>
            <pc:sldMk cId="669837791" sldId="256"/>
            <ac:spMk id="10" creationId="{C5CB530E-515E-412C-9DF1-5F8FFBD6F383}"/>
          </ac:spMkLst>
        </pc:spChg>
        <pc:spChg chg="add">
          <ac:chgData name="Brian Leung" userId="dd50ab1c25e28f6f" providerId="LiveId" clId="{594B7852-E483-4D99-B4A6-A863D3824C6F}" dt="2026-04-23T01:22:27.903" v="1574" actId="26606"/>
          <ac:spMkLst>
            <pc:docMk/>
            <pc:sldMk cId="669837791" sldId="256"/>
            <ac:spMk id="12" creationId="{712D4376-A578-4FF1-94FC-245E7A6A489F}"/>
          </ac:spMkLst>
        </pc:spChg>
        <pc:spChg chg="add">
          <ac:chgData name="Brian Leung" userId="dd50ab1c25e28f6f" providerId="LiveId" clId="{594B7852-E483-4D99-B4A6-A863D3824C6F}" dt="2026-04-23T01:22:27.903" v="1574" actId="26606"/>
          <ac:spMkLst>
            <pc:docMk/>
            <pc:sldMk cId="669837791" sldId="256"/>
            <ac:spMk id="14" creationId="{AEA7509D-F04F-40CB-A0B3-EEF16499CC9F}"/>
          </ac:spMkLst>
        </pc:spChg>
        <pc:spChg chg="add">
          <ac:chgData name="Brian Leung" userId="dd50ab1c25e28f6f" providerId="LiveId" clId="{594B7852-E483-4D99-B4A6-A863D3824C6F}" dt="2026-04-23T01:22:27.903" v="1574" actId="26606"/>
          <ac:spMkLst>
            <pc:docMk/>
            <pc:sldMk cId="669837791" sldId="256"/>
            <ac:spMk id="18" creationId="{508BEF50-7B1E-49A4-BC19-5F4F1D755E64}"/>
          </ac:spMkLst>
        </pc:spChg>
        <pc:spChg chg="add">
          <ac:chgData name="Brian Leung" userId="dd50ab1c25e28f6f" providerId="LiveId" clId="{594B7852-E483-4D99-B4A6-A863D3824C6F}" dt="2026-04-23T01:22:27.903" v="1574" actId="26606"/>
          <ac:spMkLst>
            <pc:docMk/>
            <pc:sldMk cId="669837791" sldId="256"/>
            <ac:spMk id="20" creationId="{3FBAD350-5664-4811-A208-657FB882D350}"/>
          </ac:spMkLst>
        </pc:spChg>
        <pc:spChg chg="add">
          <ac:chgData name="Brian Leung" userId="dd50ab1c25e28f6f" providerId="LiveId" clId="{594B7852-E483-4D99-B4A6-A863D3824C6F}" dt="2026-04-23T01:22:27.903" v="1574" actId="26606"/>
          <ac:spMkLst>
            <pc:docMk/>
            <pc:sldMk cId="669837791" sldId="256"/>
            <ac:spMk id="22" creationId="{C39ADB8F-D187-49D7-BDCF-C1B6DC727068}"/>
          </ac:spMkLst>
        </pc:spChg>
        <pc:cxnChg chg="add">
          <ac:chgData name="Brian Leung" userId="dd50ab1c25e28f6f" providerId="LiveId" clId="{594B7852-E483-4D99-B4A6-A863D3824C6F}" dt="2026-04-23T01:22:27.903" v="1574" actId="26606"/>
          <ac:cxnSpMkLst>
            <pc:docMk/>
            <pc:sldMk cId="669837791" sldId="256"/>
            <ac:cxnSpMk id="16" creationId="{56020367-4FD5-4596-8E10-C5F095CD8DBF}"/>
          </ac:cxnSpMkLst>
        </pc:cxnChg>
      </pc:sldChg>
      <pc:sldChg chg="addSp modSp new mod ord setBg">
        <pc:chgData name="Brian Leung" userId="dd50ab1c25e28f6f" providerId="LiveId" clId="{594B7852-E483-4D99-B4A6-A863D3824C6F}" dt="2026-04-27T05:33:48.116" v="2281" actId="13926"/>
        <pc:sldMkLst>
          <pc:docMk/>
          <pc:sldMk cId="673522658" sldId="258"/>
        </pc:sldMkLst>
        <pc:spChg chg="mod">
          <ac:chgData name="Brian Leung" userId="dd50ab1c25e28f6f" providerId="LiveId" clId="{594B7852-E483-4D99-B4A6-A863D3824C6F}" dt="2026-04-27T05:24:54.331" v="1991" actId="20577"/>
          <ac:spMkLst>
            <pc:docMk/>
            <pc:sldMk cId="673522658" sldId="258"/>
            <ac:spMk id="2" creationId="{0BD9DB4F-7AAA-C425-9BE3-0247A9735E76}"/>
          </ac:spMkLst>
        </pc:spChg>
        <pc:spChg chg="mod">
          <ac:chgData name="Brian Leung" userId="dd50ab1c25e28f6f" providerId="LiveId" clId="{594B7852-E483-4D99-B4A6-A863D3824C6F}" dt="2026-04-27T05:33:48.116" v="2281" actId="13926"/>
          <ac:spMkLst>
            <pc:docMk/>
            <pc:sldMk cId="673522658" sldId="258"/>
            <ac:spMk id="3" creationId="{D7C6667B-5F7D-5C3A-FDEF-2A75B2D676EC}"/>
          </ac:spMkLst>
        </pc:spChg>
        <pc:spChg chg="add">
          <ac:chgData name="Brian Leung" userId="dd50ab1c25e28f6f" providerId="LiveId" clId="{594B7852-E483-4D99-B4A6-A863D3824C6F}" dt="2026-04-23T01:23:54.773" v="1579" actId="26606"/>
          <ac:spMkLst>
            <pc:docMk/>
            <pc:sldMk cId="673522658" sldId="258"/>
            <ac:spMk id="8" creationId="{A2679492-7988-4050-9056-542444452411}"/>
          </ac:spMkLst>
        </pc:spChg>
        <pc:spChg chg="add">
          <ac:chgData name="Brian Leung" userId="dd50ab1c25e28f6f" providerId="LiveId" clId="{594B7852-E483-4D99-B4A6-A863D3824C6F}" dt="2026-04-23T01:23:54.773" v="1579" actId="26606"/>
          <ac:spMkLst>
            <pc:docMk/>
            <pc:sldMk cId="673522658" sldId="258"/>
            <ac:spMk id="10" creationId="{B091B163-7D61-4891-ABCF-5C13D9C418D0}"/>
          </ac:spMkLst>
        </pc:spChg>
        <pc:grpChg chg="add">
          <ac:chgData name="Brian Leung" userId="dd50ab1c25e28f6f" providerId="LiveId" clId="{594B7852-E483-4D99-B4A6-A863D3824C6F}" dt="2026-04-23T01:23:54.773" v="1579" actId="26606"/>
          <ac:grpSpMkLst>
            <pc:docMk/>
            <pc:sldMk cId="673522658" sldId="258"/>
            <ac:grpSpMk id="12" creationId="{0474DF76-993E-44DE-AFB0-C416182ACECF}"/>
          </ac:grpSpMkLst>
        </pc:grpChg>
        <pc:cxnChg chg="add">
          <ac:chgData name="Brian Leung" userId="dd50ab1c25e28f6f" providerId="LiveId" clId="{594B7852-E483-4D99-B4A6-A863D3824C6F}" dt="2026-04-23T01:23:54.773" v="1579" actId="26606"/>
          <ac:cxnSpMkLst>
            <pc:docMk/>
            <pc:sldMk cId="673522658" sldId="258"/>
            <ac:cxnSpMk id="17" creationId="{C49DA8F6-BCC1-4447-B54C-57856834B94B}"/>
          </ac:cxnSpMkLst>
        </pc:cxnChg>
      </pc:sldChg>
      <pc:sldChg chg="addSp modSp new mod ord setBg">
        <pc:chgData name="Brian Leung" userId="dd50ab1c25e28f6f" providerId="LiveId" clId="{594B7852-E483-4D99-B4A6-A863D3824C6F}" dt="2026-04-23T01:39:58.425" v="1765" actId="255"/>
        <pc:sldMkLst>
          <pc:docMk/>
          <pc:sldMk cId="1300409586" sldId="260"/>
        </pc:sldMkLst>
        <pc:spChg chg="mod">
          <ac:chgData name="Brian Leung" userId="dd50ab1c25e28f6f" providerId="LiveId" clId="{594B7852-E483-4D99-B4A6-A863D3824C6F}" dt="2026-04-23T01:25:08.546" v="1595" actId="26606"/>
          <ac:spMkLst>
            <pc:docMk/>
            <pc:sldMk cId="1300409586" sldId="260"/>
            <ac:spMk id="2" creationId="{DFCEBA88-F571-2523-35CE-809B4D724EBA}"/>
          </ac:spMkLst>
        </pc:spChg>
        <pc:spChg chg="mod">
          <ac:chgData name="Brian Leung" userId="dd50ab1c25e28f6f" providerId="LiveId" clId="{594B7852-E483-4D99-B4A6-A863D3824C6F}" dt="2026-04-23T01:39:58.425" v="1765" actId="255"/>
          <ac:spMkLst>
            <pc:docMk/>
            <pc:sldMk cId="1300409586" sldId="260"/>
            <ac:spMk id="3" creationId="{C5F1D996-8675-317C-95EC-2461B305FD46}"/>
          </ac:spMkLst>
        </pc:spChg>
        <pc:spChg chg="add">
          <ac:chgData name="Brian Leung" userId="dd50ab1c25e28f6f" providerId="LiveId" clId="{594B7852-E483-4D99-B4A6-A863D3824C6F}" dt="2026-04-23T01:25:08.546" v="1595" actId="26606"/>
          <ac:spMkLst>
            <pc:docMk/>
            <pc:sldMk cId="1300409586" sldId="260"/>
            <ac:spMk id="8" creationId="{A2679492-7988-4050-9056-542444452411}"/>
          </ac:spMkLst>
        </pc:spChg>
        <pc:spChg chg="add">
          <ac:chgData name="Brian Leung" userId="dd50ab1c25e28f6f" providerId="LiveId" clId="{594B7852-E483-4D99-B4A6-A863D3824C6F}" dt="2026-04-23T01:25:08.546" v="1595" actId="26606"/>
          <ac:spMkLst>
            <pc:docMk/>
            <pc:sldMk cId="1300409586" sldId="260"/>
            <ac:spMk id="10" creationId="{B091B163-7D61-4891-ABCF-5C13D9C418D0}"/>
          </ac:spMkLst>
        </pc:spChg>
        <pc:grpChg chg="add">
          <ac:chgData name="Brian Leung" userId="dd50ab1c25e28f6f" providerId="LiveId" clId="{594B7852-E483-4D99-B4A6-A863D3824C6F}" dt="2026-04-23T01:25:08.546" v="1595" actId="26606"/>
          <ac:grpSpMkLst>
            <pc:docMk/>
            <pc:sldMk cId="1300409586" sldId="260"/>
            <ac:grpSpMk id="12" creationId="{0474DF76-993E-44DE-AFB0-C416182ACECF}"/>
          </ac:grpSpMkLst>
        </pc:grpChg>
        <pc:cxnChg chg="add">
          <ac:chgData name="Brian Leung" userId="dd50ab1c25e28f6f" providerId="LiveId" clId="{594B7852-E483-4D99-B4A6-A863D3824C6F}" dt="2026-04-23T01:25:08.546" v="1595" actId="26606"/>
          <ac:cxnSpMkLst>
            <pc:docMk/>
            <pc:sldMk cId="1300409586" sldId="260"/>
            <ac:cxnSpMk id="17" creationId="{C49DA8F6-BCC1-4447-B54C-57856834B94B}"/>
          </ac:cxnSpMkLst>
        </pc:cxnChg>
      </pc:sldChg>
      <pc:sldChg chg="addSp modSp new mod setBg">
        <pc:chgData name="Brian Leung" userId="dd50ab1c25e28f6f" providerId="LiveId" clId="{594B7852-E483-4D99-B4A6-A863D3824C6F}" dt="2026-04-27T05:36:04.269" v="2293" actId="113"/>
        <pc:sldMkLst>
          <pc:docMk/>
          <pc:sldMk cId="661758765" sldId="261"/>
        </pc:sldMkLst>
        <pc:spChg chg="mod">
          <ac:chgData name="Brian Leung" userId="dd50ab1c25e28f6f" providerId="LiveId" clId="{594B7852-E483-4D99-B4A6-A863D3824C6F}" dt="2026-04-23T01:25:47.061" v="1597" actId="26606"/>
          <ac:spMkLst>
            <pc:docMk/>
            <pc:sldMk cId="661758765" sldId="261"/>
            <ac:spMk id="2" creationId="{AA262DF7-1350-9144-7FDD-4F2048302D44}"/>
          </ac:spMkLst>
        </pc:spChg>
        <pc:spChg chg="mod">
          <ac:chgData name="Brian Leung" userId="dd50ab1c25e28f6f" providerId="LiveId" clId="{594B7852-E483-4D99-B4A6-A863D3824C6F}" dt="2026-04-27T05:36:04.269" v="2293" actId="113"/>
          <ac:spMkLst>
            <pc:docMk/>
            <pc:sldMk cId="661758765" sldId="261"/>
            <ac:spMk id="3" creationId="{5F9B2380-5F39-4B4C-6167-B05118AC9A94}"/>
          </ac:spMkLst>
        </pc:spChg>
        <pc:spChg chg="add">
          <ac:chgData name="Brian Leung" userId="dd50ab1c25e28f6f" providerId="LiveId" clId="{594B7852-E483-4D99-B4A6-A863D3824C6F}" dt="2026-04-23T01:25:47.061" v="1597" actId="26606"/>
          <ac:spMkLst>
            <pc:docMk/>
            <pc:sldMk cId="661758765" sldId="261"/>
            <ac:spMk id="8" creationId="{A2679492-7988-4050-9056-542444452411}"/>
          </ac:spMkLst>
        </pc:spChg>
        <pc:spChg chg="add">
          <ac:chgData name="Brian Leung" userId="dd50ab1c25e28f6f" providerId="LiveId" clId="{594B7852-E483-4D99-B4A6-A863D3824C6F}" dt="2026-04-23T01:25:47.061" v="1597" actId="26606"/>
          <ac:spMkLst>
            <pc:docMk/>
            <pc:sldMk cId="661758765" sldId="261"/>
            <ac:spMk id="10" creationId="{B091B163-7D61-4891-ABCF-5C13D9C418D0}"/>
          </ac:spMkLst>
        </pc:spChg>
        <pc:grpChg chg="add">
          <ac:chgData name="Brian Leung" userId="dd50ab1c25e28f6f" providerId="LiveId" clId="{594B7852-E483-4D99-B4A6-A863D3824C6F}" dt="2026-04-23T01:25:47.061" v="1597" actId="26606"/>
          <ac:grpSpMkLst>
            <pc:docMk/>
            <pc:sldMk cId="661758765" sldId="261"/>
            <ac:grpSpMk id="12" creationId="{0474DF76-993E-44DE-AFB0-C416182ACECF}"/>
          </ac:grpSpMkLst>
        </pc:grpChg>
        <pc:cxnChg chg="add">
          <ac:chgData name="Brian Leung" userId="dd50ab1c25e28f6f" providerId="LiveId" clId="{594B7852-E483-4D99-B4A6-A863D3824C6F}" dt="2026-04-23T01:25:47.061" v="1597" actId="26606"/>
          <ac:cxnSpMkLst>
            <pc:docMk/>
            <pc:sldMk cId="661758765" sldId="261"/>
            <ac:cxnSpMk id="17" creationId="{C49DA8F6-BCC1-4447-B54C-57856834B94B}"/>
          </ac:cxnSpMkLst>
        </pc:cxnChg>
      </pc:sldChg>
      <pc:sldChg chg="addSp modSp new mod setBg">
        <pc:chgData name="Brian Leung" userId="dd50ab1c25e28f6f" providerId="LiveId" clId="{594B7852-E483-4D99-B4A6-A863D3824C6F}" dt="2026-04-23T01:40:23.383" v="1768" actId="255"/>
        <pc:sldMkLst>
          <pc:docMk/>
          <pc:sldMk cId="4161823758" sldId="263"/>
        </pc:sldMkLst>
        <pc:spChg chg="mod">
          <ac:chgData name="Brian Leung" userId="dd50ab1c25e28f6f" providerId="LiveId" clId="{594B7852-E483-4D99-B4A6-A863D3824C6F}" dt="2026-04-23T01:25:55.382" v="1598" actId="26606"/>
          <ac:spMkLst>
            <pc:docMk/>
            <pc:sldMk cId="4161823758" sldId="263"/>
            <ac:spMk id="2" creationId="{C499F0AE-1122-30CD-F1E5-40FECBDCCBF6}"/>
          </ac:spMkLst>
        </pc:spChg>
        <pc:spChg chg="mod">
          <ac:chgData name="Brian Leung" userId="dd50ab1c25e28f6f" providerId="LiveId" clId="{594B7852-E483-4D99-B4A6-A863D3824C6F}" dt="2026-04-23T01:40:23.383" v="1768" actId="255"/>
          <ac:spMkLst>
            <pc:docMk/>
            <pc:sldMk cId="4161823758" sldId="263"/>
            <ac:spMk id="3" creationId="{6B74716F-5032-7F1B-225D-D24D3A648559}"/>
          </ac:spMkLst>
        </pc:spChg>
        <pc:spChg chg="add">
          <ac:chgData name="Brian Leung" userId="dd50ab1c25e28f6f" providerId="LiveId" clId="{594B7852-E483-4D99-B4A6-A863D3824C6F}" dt="2026-04-23T01:25:55.382" v="1598" actId="26606"/>
          <ac:spMkLst>
            <pc:docMk/>
            <pc:sldMk cId="4161823758" sldId="263"/>
            <ac:spMk id="8" creationId="{A2679492-7988-4050-9056-542444452411}"/>
          </ac:spMkLst>
        </pc:spChg>
        <pc:spChg chg="add">
          <ac:chgData name="Brian Leung" userId="dd50ab1c25e28f6f" providerId="LiveId" clId="{594B7852-E483-4D99-B4A6-A863D3824C6F}" dt="2026-04-23T01:25:55.382" v="1598" actId="26606"/>
          <ac:spMkLst>
            <pc:docMk/>
            <pc:sldMk cId="4161823758" sldId="263"/>
            <ac:spMk id="10" creationId="{B091B163-7D61-4891-ABCF-5C13D9C418D0}"/>
          </ac:spMkLst>
        </pc:spChg>
        <pc:grpChg chg="add">
          <ac:chgData name="Brian Leung" userId="dd50ab1c25e28f6f" providerId="LiveId" clId="{594B7852-E483-4D99-B4A6-A863D3824C6F}" dt="2026-04-23T01:25:55.382" v="1598" actId="26606"/>
          <ac:grpSpMkLst>
            <pc:docMk/>
            <pc:sldMk cId="4161823758" sldId="263"/>
            <ac:grpSpMk id="12" creationId="{0474DF76-993E-44DE-AFB0-C416182ACECF}"/>
          </ac:grpSpMkLst>
        </pc:grpChg>
        <pc:cxnChg chg="add">
          <ac:chgData name="Brian Leung" userId="dd50ab1c25e28f6f" providerId="LiveId" clId="{594B7852-E483-4D99-B4A6-A863D3824C6F}" dt="2026-04-23T01:25:55.382" v="1598" actId="26606"/>
          <ac:cxnSpMkLst>
            <pc:docMk/>
            <pc:sldMk cId="4161823758" sldId="263"/>
            <ac:cxnSpMk id="17" creationId="{C49DA8F6-BCC1-4447-B54C-57856834B94B}"/>
          </ac:cxnSpMkLst>
        </pc:cxnChg>
      </pc:sldChg>
      <pc:sldChg chg="addSp modSp new mod setBg">
        <pc:chgData name="Brian Leung" userId="dd50ab1c25e28f6f" providerId="LiveId" clId="{594B7852-E483-4D99-B4A6-A863D3824C6F}" dt="2026-04-27T05:30:17.204" v="2217" actId="20577"/>
        <pc:sldMkLst>
          <pc:docMk/>
          <pc:sldMk cId="3198649171" sldId="266"/>
        </pc:sldMkLst>
        <pc:spChg chg="mod">
          <ac:chgData name="Brian Leung" userId="dd50ab1c25e28f6f" providerId="LiveId" clId="{594B7852-E483-4D99-B4A6-A863D3824C6F}" dt="2026-04-23T01:25:13.537" v="1596" actId="26606"/>
          <ac:spMkLst>
            <pc:docMk/>
            <pc:sldMk cId="3198649171" sldId="266"/>
            <ac:spMk id="2" creationId="{EA8913EB-587C-811B-B9E1-5DDDCCA75DF9}"/>
          </ac:spMkLst>
        </pc:spChg>
        <pc:spChg chg="mod">
          <ac:chgData name="Brian Leung" userId="dd50ab1c25e28f6f" providerId="LiveId" clId="{594B7852-E483-4D99-B4A6-A863D3824C6F}" dt="2026-04-27T05:30:17.204" v="2217" actId="20577"/>
          <ac:spMkLst>
            <pc:docMk/>
            <pc:sldMk cId="3198649171" sldId="266"/>
            <ac:spMk id="3" creationId="{35FAE86B-026A-CDB6-87C0-D4C66A64518A}"/>
          </ac:spMkLst>
        </pc:spChg>
        <pc:spChg chg="add">
          <ac:chgData name="Brian Leung" userId="dd50ab1c25e28f6f" providerId="LiveId" clId="{594B7852-E483-4D99-B4A6-A863D3824C6F}" dt="2026-04-23T01:25:13.537" v="1596" actId="26606"/>
          <ac:spMkLst>
            <pc:docMk/>
            <pc:sldMk cId="3198649171" sldId="266"/>
            <ac:spMk id="8" creationId="{A2679492-7988-4050-9056-542444452411}"/>
          </ac:spMkLst>
        </pc:spChg>
        <pc:spChg chg="add">
          <ac:chgData name="Brian Leung" userId="dd50ab1c25e28f6f" providerId="LiveId" clId="{594B7852-E483-4D99-B4A6-A863D3824C6F}" dt="2026-04-23T01:25:13.537" v="1596" actId="26606"/>
          <ac:spMkLst>
            <pc:docMk/>
            <pc:sldMk cId="3198649171" sldId="266"/>
            <ac:spMk id="10" creationId="{B091B163-7D61-4891-ABCF-5C13D9C418D0}"/>
          </ac:spMkLst>
        </pc:spChg>
        <pc:grpChg chg="add">
          <ac:chgData name="Brian Leung" userId="dd50ab1c25e28f6f" providerId="LiveId" clId="{594B7852-E483-4D99-B4A6-A863D3824C6F}" dt="2026-04-23T01:25:13.537" v="1596" actId="26606"/>
          <ac:grpSpMkLst>
            <pc:docMk/>
            <pc:sldMk cId="3198649171" sldId="266"/>
            <ac:grpSpMk id="12" creationId="{0474DF76-993E-44DE-AFB0-C416182ACECF}"/>
          </ac:grpSpMkLst>
        </pc:grpChg>
        <pc:cxnChg chg="add">
          <ac:chgData name="Brian Leung" userId="dd50ab1c25e28f6f" providerId="LiveId" clId="{594B7852-E483-4D99-B4A6-A863D3824C6F}" dt="2026-04-23T01:25:13.537" v="1596" actId="26606"/>
          <ac:cxnSpMkLst>
            <pc:docMk/>
            <pc:sldMk cId="3198649171" sldId="266"/>
            <ac:cxnSpMk id="17" creationId="{C49DA8F6-BCC1-4447-B54C-57856834B94B}"/>
          </ac:cxnSpMkLst>
        </pc:cxnChg>
      </pc:sldChg>
      <pc:sldChg chg="modSp new mod setBg">
        <pc:chgData name="Brian Leung" userId="dd50ab1c25e28f6f" providerId="LiveId" clId="{594B7852-E483-4D99-B4A6-A863D3824C6F}" dt="2026-04-23T01:30:56.587" v="1664" actId="207"/>
        <pc:sldMkLst>
          <pc:docMk/>
          <pc:sldMk cId="3060616034" sldId="267"/>
        </pc:sldMkLst>
        <pc:spChg chg="mod">
          <ac:chgData name="Brian Leung" userId="dd50ab1c25e28f6f" providerId="LiveId" clId="{594B7852-E483-4D99-B4A6-A863D3824C6F}" dt="2026-04-23T01:30:52.390" v="1662" actId="207"/>
          <ac:spMkLst>
            <pc:docMk/>
            <pc:sldMk cId="3060616034" sldId="267"/>
            <ac:spMk id="2" creationId="{E747C0E9-6263-F343-8CAE-52BDB7CB37F7}"/>
          </ac:spMkLst>
        </pc:spChg>
        <pc:spChg chg="mod">
          <ac:chgData name="Brian Leung" userId="dd50ab1c25e28f6f" providerId="LiveId" clId="{594B7852-E483-4D99-B4A6-A863D3824C6F}" dt="2026-04-23T01:30:50.545" v="1661" actId="207"/>
          <ac:spMkLst>
            <pc:docMk/>
            <pc:sldMk cId="3060616034" sldId="267"/>
            <ac:spMk id="3" creationId="{369909F5-B89D-6642-6B97-32BE2FE38AB1}"/>
          </ac:spMkLst>
        </pc:spChg>
        <pc:spChg chg="mod">
          <ac:chgData name="Brian Leung" userId="dd50ab1c25e28f6f" providerId="LiveId" clId="{594B7852-E483-4D99-B4A6-A863D3824C6F}" dt="2026-04-23T01:30:44.915" v="1660" actId="207"/>
          <ac:spMkLst>
            <pc:docMk/>
            <pc:sldMk cId="3060616034" sldId="267"/>
            <ac:spMk id="4" creationId="{AAC69ED8-1764-9C54-0214-E252F4415E01}"/>
          </ac:spMkLst>
        </pc:spChg>
        <pc:spChg chg="mod">
          <ac:chgData name="Brian Leung" userId="dd50ab1c25e28f6f" providerId="LiveId" clId="{594B7852-E483-4D99-B4A6-A863D3824C6F}" dt="2026-04-23T01:30:56.587" v="1664" actId="207"/>
          <ac:spMkLst>
            <pc:docMk/>
            <pc:sldMk cId="3060616034" sldId="267"/>
            <ac:spMk id="5" creationId="{D1126EFB-979A-D09C-B6F2-FB6375659519}"/>
          </ac:spMkLst>
        </pc:spChg>
        <pc:spChg chg="mod">
          <ac:chgData name="Brian Leung" userId="dd50ab1c25e28f6f" providerId="LiveId" clId="{594B7852-E483-4D99-B4A6-A863D3824C6F}" dt="2026-04-23T01:30:54.693" v="1663" actId="207"/>
          <ac:spMkLst>
            <pc:docMk/>
            <pc:sldMk cId="3060616034" sldId="267"/>
            <ac:spMk id="6" creationId="{8ABC817B-ED12-4967-97E9-911025C54A12}"/>
          </ac:spMkLst>
        </pc:spChg>
      </pc:sldChg>
      <pc:sldChg chg="addSp delSp modSp new mod ord setBg">
        <pc:chgData name="Brian Leung" userId="dd50ab1c25e28f6f" providerId="LiveId" clId="{594B7852-E483-4D99-B4A6-A863D3824C6F}" dt="2026-04-23T01:31:25.984" v="1674" actId="207"/>
        <pc:sldMkLst>
          <pc:docMk/>
          <pc:sldMk cId="4070458052" sldId="268"/>
        </pc:sldMkLst>
        <pc:spChg chg="mod">
          <ac:chgData name="Brian Leung" userId="dd50ab1c25e28f6f" providerId="LiveId" clId="{594B7852-E483-4D99-B4A6-A863D3824C6F}" dt="2026-04-23T01:31:22.287" v="1672" actId="207"/>
          <ac:spMkLst>
            <pc:docMk/>
            <pc:sldMk cId="4070458052" sldId="268"/>
            <ac:spMk id="2" creationId="{7B0C22F2-3434-2067-2293-B2CF28F9122E}"/>
          </ac:spMkLst>
        </pc:spChg>
        <pc:spChg chg="mod">
          <ac:chgData name="Brian Leung" userId="dd50ab1c25e28f6f" providerId="LiveId" clId="{594B7852-E483-4D99-B4A6-A863D3824C6F}" dt="2026-04-23T01:31:21.071" v="1671" actId="207"/>
          <ac:spMkLst>
            <pc:docMk/>
            <pc:sldMk cId="4070458052" sldId="268"/>
            <ac:spMk id="3" creationId="{697B7D82-8B25-197C-9603-52D46196B431}"/>
          </ac:spMkLst>
        </pc:spChg>
        <pc:spChg chg="mod">
          <ac:chgData name="Brian Leung" userId="dd50ab1c25e28f6f" providerId="LiveId" clId="{594B7852-E483-4D99-B4A6-A863D3824C6F}" dt="2026-04-23T01:31:19.483" v="1670" actId="207"/>
          <ac:spMkLst>
            <pc:docMk/>
            <pc:sldMk cId="4070458052" sldId="268"/>
            <ac:spMk id="4" creationId="{9E0D237D-26A0-33F8-D603-391640A04E40}"/>
          </ac:spMkLst>
        </pc:spChg>
        <pc:spChg chg="mod">
          <ac:chgData name="Brian Leung" userId="dd50ab1c25e28f6f" providerId="LiveId" clId="{594B7852-E483-4D99-B4A6-A863D3824C6F}" dt="2026-04-23T01:31:25.984" v="1674" actId="207"/>
          <ac:spMkLst>
            <pc:docMk/>
            <pc:sldMk cId="4070458052" sldId="268"/>
            <ac:spMk id="5" creationId="{B962D7E0-2145-48C8-6AFF-C24880BE4540}"/>
          </ac:spMkLst>
        </pc:spChg>
        <pc:spChg chg="mod">
          <ac:chgData name="Brian Leung" userId="dd50ab1c25e28f6f" providerId="LiveId" clId="{594B7852-E483-4D99-B4A6-A863D3824C6F}" dt="2026-04-23T01:31:23.798" v="1673" actId="207"/>
          <ac:spMkLst>
            <pc:docMk/>
            <pc:sldMk cId="4070458052" sldId="268"/>
            <ac:spMk id="6" creationId="{FC588B1F-E2DE-A10B-F8AC-B1F827070B3B}"/>
          </ac:spMkLst>
        </pc:spChg>
      </pc:sldChg>
      <pc:sldChg chg="addSp delSp modSp new mod setBg addAnim delAnim modAnim">
        <pc:chgData name="Brian Leung" userId="dd50ab1c25e28f6f" providerId="LiveId" clId="{594B7852-E483-4D99-B4A6-A863D3824C6F}" dt="2026-04-23T02:10:25.404" v="1931"/>
        <pc:sldMkLst>
          <pc:docMk/>
          <pc:sldMk cId="2019789419" sldId="270"/>
        </pc:sldMkLst>
        <pc:spChg chg="mod">
          <ac:chgData name="Brian Leung" userId="dd50ab1c25e28f6f" providerId="LiveId" clId="{594B7852-E483-4D99-B4A6-A863D3824C6F}" dt="2026-04-23T01:35:54.301" v="1711" actId="6549"/>
          <ac:spMkLst>
            <pc:docMk/>
            <pc:sldMk cId="2019789419" sldId="270"/>
            <ac:spMk id="2" creationId="{FD179CF0-63EE-3892-9537-90D2B99AF95A}"/>
          </ac:spMkLst>
        </pc:spChg>
        <pc:spChg chg="add mod">
          <ac:chgData name="Brian Leung" userId="dd50ab1c25e28f6f" providerId="LiveId" clId="{594B7852-E483-4D99-B4A6-A863D3824C6F}" dt="2026-04-23T02:05:28.568" v="1885" actId="14100"/>
          <ac:spMkLst>
            <pc:docMk/>
            <pc:sldMk cId="2019789419" sldId="270"/>
            <ac:spMk id="17" creationId="{34180256-D810-5332-3501-4E9AC31B1681}"/>
          </ac:spMkLst>
        </pc:spChg>
        <pc:spChg chg="add mod">
          <ac:chgData name="Brian Leung" userId="dd50ab1c25e28f6f" providerId="LiveId" clId="{594B7852-E483-4D99-B4A6-A863D3824C6F}" dt="2026-04-23T02:05:35.583" v="1887" actId="1076"/>
          <ac:spMkLst>
            <pc:docMk/>
            <pc:sldMk cId="2019789419" sldId="270"/>
            <ac:spMk id="24" creationId="{253DB302-74EE-D020-59B9-C1A8EBCC311A}"/>
          </ac:spMkLst>
        </pc:spChg>
        <pc:spChg chg="add mod">
          <ac:chgData name="Brian Leung" userId="dd50ab1c25e28f6f" providerId="LiveId" clId="{594B7852-E483-4D99-B4A6-A863D3824C6F}" dt="2026-04-23T02:07:26.754" v="1897" actId="1076"/>
          <ac:spMkLst>
            <pc:docMk/>
            <pc:sldMk cId="2019789419" sldId="270"/>
            <ac:spMk id="25" creationId="{D8A7338A-D8BD-75F5-9FF5-0923AAA025F7}"/>
          </ac:spMkLst>
        </pc:spChg>
        <pc:spChg chg="add mod">
          <ac:chgData name="Brian Leung" userId="dd50ab1c25e28f6f" providerId="LiveId" clId="{594B7852-E483-4D99-B4A6-A863D3824C6F}" dt="2026-04-23T02:07:38.021" v="1899" actId="1076"/>
          <ac:spMkLst>
            <pc:docMk/>
            <pc:sldMk cId="2019789419" sldId="270"/>
            <ac:spMk id="26" creationId="{D8A7338A-D8BD-75F5-9FF5-0923AAA025F7}"/>
          </ac:spMkLst>
        </pc:spChg>
        <pc:spChg chg="add mod">
          <ac:chgData name="Brian Leung" userId="dd50ab1c25e28f6f" providerId="LiveId" clId="{594B7852-E483-4D99-B4A6-A863D3824C6F}" dt="2026-04-23T02:08:40.599" v="1914" actId="1076"/>
          <ac:spMkLst>
            <pc:docMk/>
            <pc:sldMk cId="2019789419" sldId="270"/>
            <ac:spMk id="28" creationId="{520E2675-8D89-C36F-2A3E-859C88BB5A02}"/>
          </ac:spMkLst>
        </pc:spChg>
        <pc:spChg chg="add mod">
          <ac:chgData name="Brian Leung" userId="dd50ab1c25e28f6f" providerId="LiveId" clId="{594B7852-E483-4D99-B4A6-A863D3824C6F}" dt="2026-04-23T02:08:48.490" v="1916" actId="1076"/>
          <ac:spMkLst>
            <pc:docMk/>
            <pc:sldMk cId="2019789419" sldId="270"/>
            <ac:spMk id="29" creationId="{5E03D5EC-DE18-B365-862A-290695DF14B4}"/>
          </ac:spMkLst>
        </pc:spChg>
        <pc:graphicFrameChg chg="add mod">
          <ac:chgData name="Brian Leung" userId="dd50ab1c25e28f6f" providerId="LiveId" clId="{594B7852-E483-4D99-B4A6-A863D3824C6F}" dt="2026-04-23T01:49:35.553" v="1803"/>
          <ac:graphicFrameMkLst>
            <pc:docMk/>
            <pc:sldMk cId="2019789419" sldId="270"/>
            <ac:graphicFrameMk id="10" creationId="{4532B21B-07A7-BE93-CBB0-48705624C24A}"/>
          </ac:graphicFrameMkLst>
        </pc:graphicFrameChg>
        <pc:graphicFrameChg chg="add mod">
          <ac:chgData name="Brian Leung" userId="dd50ab1c25e28f6f" providerId="LiveId" clId="{594B7852-E483-4D99-B4A6-A863D3824C6F}" dt="2026-04-23T01:49:15.625" v="1796"/>
          <ac:graphicFrameMkLst>
            <pc:docMk/>
            <pc:sldMk cId="2019789419" sldId="270"/>
            <ac:graphicFrameMk id="16" creationId="{C988B004-02A0-CBFB-C3CB-3182353DBC84}"/>
          </ac:graphicFrameMkLst>
        </pc:graphicFrameChg>
      </pc:sldChg>
      <pc:sldChg chg="addSp modSp new mod setBg">
        <pc:chgData name="Brian Leung" userId="dd50ab1c25e28f6f" providerId="LiveId" clId="{594B7852-E483-4D99-B4A6-A863D3824C6F}" dt="2026-04-23T01:31:33.159" v="1684" actId="20577"/>
        <pc:sldMkLst>
          <pc:docMk/>
          <pc:sldMk cId="2036977824" sldId="273"/>
        </pc:sldMkLst>
        <pc:spChg chg="mod">
          <ac:chgData name="Brian Leung" userId="dd50ab1c25e28f6f" providerId="LiveId" clId="{594B7852-E483-4D99-B4A6-A863D3824C6F}" dt="2026-04-23T01:31:33.159" v="1684" actId="20577"/>
          <ac:spMkLst>
            <pc:docMk/>
            <pc:sldMk cId="2036977824" sldId="273"/>
            <ac:spMk id="2" creationId="{C1ACBFE9-46A6-D2E3-E057-8FD4C54B61DB}"/>
          </ac:spMkLst>
        </pc:spChg>
        <pc:spChg chg="add">
          <ac:chgData name="Brian Leung" userId="dd50ab1c25e28f6f" providerId="LiveId" clId="{594B7852-E483-4D99-B4A6-A863D3824C6F}" dt="2026-04-23T01:24:31.005" v="1591" actId="26606"/>
          <ac:spMkLst>
            <pc:docMk/>
            <pc:sldMk cId="2036977824" sldId="273"/>
            <ac:spMk id="7" creationId="{8F9CBE3F-79A8-4F8F-88D9-DAD03D0D281F}"/>
          </ac:spMkLst>
        </pc:spChg>
        <pc:spChg chg="add">
          <ac:chgData name="Brian Leung" userId="dd50ab1c25e28f6f" providerId="LiveId" clId="{594B7852-E483-4D99-B4A6-A863D3824C6F}" dt="2026-04-23T01:24:31.005" v="1591" actId="26606"/>
          <ac:spMkLst>
            <pc:docMk/>
            <pc:sldMk cId="2036977824" sldId="273"/>
            <ac:spMk id="9" creationId="{508BEF50-7B1E-49A4-BC19-5F4F1D755E64}"/>
          </ac:spMkLst>
        </pc:spChg>
        <pc:spChg chg="add">
          <ac:chgData name="Brian Leung" userId="dd50ab1c25e28f6f" providerId="LiveId" clId="{594B7852-E483-4D99-B4A6-A863D3824C6F}" dt="2026-04-23T01:24:31.005" v="1591" actId="26606"/>
          <ac:spMkLst>
            <pc:docMk/>
            <pc:sldMk cId="2036977824" sldId="273"/>
            <ac:spMk id="11" creationId="{C5CB530E-515E-412C-9DF1-5F8FFBD6F383}"/>
          </ac:spMkLst>
        </pc:spChg>
        <pc:spChg chg="add">
          <ac:chgData name="Brian Leung" userId="dd50ab1c25e28f6f" providerId="LiveId" clId="{594B7852-E483-4D99-B4A6-A863D3824C6F}" dt="2026-04-23T01:24:31.005" v="1591" actId="26606"/>
          <ac:spMkLst>
            <pc:docMk/>
            <pc:sldMk cId="2036977824" sldId="273"/>
            <ac:spMk id="13" creationId="{AEA7509D-F04F-40CB-A0B3-EEF16499CC9F}"/>
          </ac:spMkLst>
        </pc:spChg>
        <pc:spChg chg="add">
          <ac:chgData name="Brian Leung" userId="dd50ab1c25e28f6f" providerId="LiveId" clId="{594B7852-E483-4D99-B4A6-A863D3824C6F}" dt="2026-04-23T01:24:31.005" v="1591" actId="26606"/>
          <ac:spMkLst>
            <pc:docMk/>
            <pc:sldMk cId="2036977824" sldId="273"/>
            <ac:spMk id="15" creationId="{C39ADB8F-D187-49D7-BDCF-C1B6DC727068}"/>
          </ac:spMkLst>
        </pc:spChg>
        <pc:spChg chg="add">
          <ac:chgData name="Brian Leung" userId="dd50ab1c25e28f6f" providerId="LiveId" clId="{594B7852-E483-4D99-B4A6-A863D3824C6F}" dt="2026-04-23T01:24:31.005" v="1591" actId="26606"/>
          <ac:spMkLst>
            <pc:docMk/>
            <pc:sldMk cId="2036977824" sldId="273"/>
            <ac:spMk id="17" creationId="{712D4376-A578-4FF1-94FC-245E7A6A489F}"/>
          </ac:spMkLst>
        </pc:spChg>
        <pc:spChg chg="add">
          <ac:chgData name="Brian Leung" userId="dd50ab1c25e28f6f" providerId="LiveId" clId="{594B7852-E483-4D99-B4A6-A863D3824C6F}" dt="2026-04-23T01:24:31.005" v="1591" actId="26606"/>
          <ac:spMkLst>
            <pc:docMk/>
            <pc:sldMk cId="2036977824" sldId="273"/>
            <ac:spMk id="19" creationId="{3FBAD350-5664-4811-A208-657FB882D350}"/>
          </ac:spMkLst>
        </pc:spChg>
        <pc:cxnChg chg="add">
          <ac:chgData name="Brian Leung" userId="dd50ab1c25e28f6f" providerId="LiveId" clId="{594B7852-E483-4D99-B4A6-A863D3824C6F}" dt="2026-04-23T01:24:31.005" v="1591" actId="26606"/>
          <ac:cxnSpMkLst>
            <pc:docMk/>
            <pc:sldMk cId="2036977824" sldId="273"/>
            <ac:cxnSpMk id="21" creationId="{56020367-4FD5-4596-8E10-C5F095CD8DBF}"/>
          </ac:cxnSpMkLst>
        </pc:cxnChg>
      </pc:sldChg>
      <pc:sldChg chg="modSp add mod ord">
        <pc:chgData name="Brian Leung" userId="dd50ab1c25e28f6f" providerId="LiveId" clId="{594B7852-E483-4D99-B4A6-A863D3824C6F}" dt="2026-04-23T01:35:31.229" v="1710" actId="20577"/>
        <pc:sldMkLst>
          <pc:docMk/>
          <pc:sldMk cId="867387903" sldId="274"/>
        </pc:sldMkLst>
        <pc:spChg chg="mod">
          <ac:chgData name="Brian Leung" userId="dd50ab1c25e28f6f" providerId="LiveId" clId="{594B7852-E483-4D99-B4A6-A863D3824C6F}" dt="2026-04-23T01:35:31.229" v="1710" actId="20577"/>
          <ac:spMkLst>
            <pc:docMk/>
            <pc:sldMk cId="867387903" sldId="274"/>
            <ac:spMk id="2" creationId="{63458FD0-45A5-F03A-A8DC-CC712B178667}"/>
          </ac:spMkLst>
        </pc:spChg>
      </pc:sldChg>
      <pc:sldChg chg="addSp modSp new mod setBg">
        <pc:chgData name="Brian Leung" userId="dd50ab1c25e28f6f" providerId="LiveId" clId="{594B7852-E483-4D99-B4A6-A863D3824C6F}" dt="2026-04-23T01:37:03.872" v="1735"/>
        <pc:sldMkLst>
          <pc:docMk/>
          <pc:sldMk cId="418326935" sldId="275"/>
        </pc:sldMkLst>
        <pc:graphicFrameChg chg="add mod">
          <ac:chgData name="Brian Leung" userId="dd50ab1c25e28f6f" providerId="LiveId" clId="{594B7852-E483-4D99-B4A6-A863D3824C6F}" dt="2026-04-23T01:37:03.872" v="1735"/>
          <ac:graphicFrameMkLst>
            <pc:docMk/>
            <pc:sldMk cId="418326935" sldId="275"/>
            <ac:graphicFrameMk id="2" creationId="{9A3DBBBA-4D5E-76C1-B3FE-45B02DDB9119}"/>
          </ac:graphicFrameMkLst>
        </pc:graphicFrameChg>
      </pc:sldChg>
      <pc:sldChg chg="addSp delSp modSp new mod setBg">
        <pc:chgData name="Brian Leung" userId="dd50ab1c25e28f6f" providerId="LiveId" clId="{594B7852-E483-4D99-B4A6-A863D3824C6F}" dt="2026-04-23T03:41:02.966" v="1987" actId="1076"/>
        <pc:sldMkLst>
          <pc:docMk/>
          <pc:sldMk cId="248815995" sldId="276"/>
        </pc:sldMkLst>
        <pc:spChg chg="add mod">
          <ac:chgData name="Brian Leung" userId="dd50ab1c25e28f6f" providerId="LiveId" clId="{594B7852-E483-4D99-B4A6-A863D3824C6F}" dt="2026-04-23T03:41:02.966" v="1987" actId="1076"/>
          <ac:spMkLst>
            <pc:docMk/>
            <pc:sldMk cId="248815995" sldId="276"/>
            <ac:spMk id="2" creationId="{925135EF-29AF-C2A1-C7A8-D207017ECA38}"/>
          </ac:spMkLst>
        </pc:spChg>
        <pc:graphicFrameChg chg="add mod">
          <ac:chgData name="Brian Leung" userId="dd50ab1c25e28f6f" providerId="LiveId" clId="{594B7852-E483-4D99-B4A6-A863D3824C6F}" dt="2026-04-23T01:38:00.446" v="1750"/>
          <ac:graphicFrameMkLst>
            <pc:docMk/>
            <pc:sldMk cId="248815995" sldId="276"/>
            <ac:graphicFrameMk id="4" creationId="{F976CDE1-93EF-DC7E-A6D4-9A85FE031938}"/>
          </ac:graphicFrameMkLst>
        </pc:graphicFrameChg>
      </pc:sldChg>
      <pc:sldChg chg="addSp modSp new mod setBg">
        <pc:chgData name="Brian Leung" userId="dd50ab1c25e28f6f" providerId="LiveId" clId="{594B7852-E483-4D99-B4A6-A863D3824C6F}" dt="2026-04-27T05:34:50.463" v="2287" actId="13926"/>
        <pc:sldMkLst>
          <pc:docMk/>
          <pc:sldMk cId="2211161044" sldId="277"/>
        </pc:sldMkLst>
        <pc:spChg chg="mod">
          <ac:chgData name="Brian Leung" userId="dd50ab1c25e28f6f" providerId="LiveId" clId="{594B7852-E483-4D99-B4A6-A863D3824C6F}" dt="2026-04-27T05:28:24.180" v="2192" actId="26606"/>
          <ac:spMkLst>
            <pc:docMk/>
            <pc:sldMk cId="2211161044" sldId="277"/>
            <ac:spMk id="2" creationId="{4B890354-05BA-BDCC-A53D-30910FAC8033}"/>
          </ac:spMkLst>
        </pc:spChg>
        <pc:spChg chg="mod">
          <ac:chgData name="Brian Leung" userId="dd50ab1c25e28f6f" providerId="LiveId" clId="{594B7852-E483-4D99-B4A6-A863D3824C6F}" dt="2026-04-27T05:34:50.463" v="2287" actId="13926"/>
          <ac:spMkLst>
            <pc:docMk/>
            <pc:sldMk cId="2211161044" sldId="277"/>
            <ac:spMk id="3" creationId="{949F9A3F-FB69-67D6-F1C9-188A0DB4488B}"/>
          </ac:spMkLst>
        </pc:spChg>
        <pc:spChg chg="add">
          <ac:chgData name="Brian Leung" userId="dd50ab1c25e28f6f" providerId="LiveId" clId="{594B7852-E483-4D99-B4A6-A863D3824C6F}" dt="2026-04-27T05:28:24.180" v="2192" actId="26606"/>
          <ac:spMkLst>
            <pc:docMk/>
            <pc:sldMk cId="2211161044" sldId="277"/>
            <ac:spMk id="8" creationId="{A2679492-7988-4050-9056-542444452411}"/>
          </ac:spMkLst>
        </pc:spChg>
        <pc:spChg chg="add">
          <ac:chgData name="Brian Leung" userId="dd50ab1c25e28f6f" providerId="LiveId" clId="{594B7852-E483-4D99-B4A6-A863D3824C6F}" dt="2026-04-27T05:28:24.180" v="2192" actId="26606"/>
          <ac:spMkLst>
            <pc:docMk/>
            <pc:sldMk cId="2211161044" sldId="277"/>
            <ac:spMk id="10" creationId="{B091B163-7D61-4891-ABCF-5C13D9C418D0}"/>
          </ac:spMkLst>
        </pc:spChg>
        <pc:grpChg chg="add">
          <ac:chgData name="Brian Leung" userId="dd50ab1c25e28f6f" providerId="LiveId" clId="{594B7852-E483-4D99-B4A6-A863D3824C6F}" dt="2026-04-27T05:28:24.180" v="2192" actId="26606"/>
          <ac:grpSpMkLst>
            <pc:docMk/>
            <pc:sldMk cId="2211161044" sldId="277"/>
            <ac:grpSpMk id="12" creationId="{0474DF76-993E-44DE-AFB0-C416182ACECF}"/>
          </ac:grpSpMkLst>
        </pc:grpChg>
        <pc:cxnChg chg="add">
          <ac:chgData name="Brian Leung" userId="dd50ab1c25e28f6f" providerId="LiveId" clId="{594B7852-E483-4D99-B4A6-A863D3824C6F}" dt="2026-04-27T05:28:24.180" v="2192" actId="26606"/>
          <ac:cxnSpMkLst>
            <pc:docMk/>
            <pc:sldMk cId="2211161044" sldId="277"/>
            <ac:cxnSpMk id="17" creationId="{C49DA8F6-BCC1-4447-B54C-57856834B94B}"/>
          </ac:cxnSpMkLst>
        </pc:cxnChg>
      </pc:sldChg>
      <pc:sldChg chg="delSp add del setBg delDesignElem">
        <pc:chgData name="Brian Leung" userId="dd50ab1c25e28f6f" providerId="LiveId" clId="{594B7852-E483-4D99-B4A6-A863D3824C6F}" dt="2026-04-27T05:28:06.765" v="2188" actId="47"/>
        <pc:sldMkLst>
          <pc:docMk/>
          <pc:sldMk cId="466888186" sldId="278"/>
        </pc:sldMkLst>
        <pc:spChg chg="del">
          <ac:chgData name="Brian Leung" userId="dd50ab1c25e28f6f" providerId="LiveId" clId="{594B7852-E483-4D99-B4A6-A863D3824C6F}" dt="2026-04-27T05:28:05.094" v="2187"/>
          <ac:spMkLst>
            <pc:docMk/>
            <pc:sldMk cId="466888186" sldId="278"/>
            <ac:spMk id="8" creationId="{ACA6BAA5-2448-10B7-95ED-0580F8B2FCC9}"/>
          </ac:spMkLst>
        </pc:spChg>
        <pc:spChg chg="del">
          <ac:chgData name="Brian Leung" userId="dd50ab1c25e28f6f" providerId="LiveId" clId="{594B7852-E483-4D99-B4A6-A863D3824C6F}" dt="2026-04-27T05:28:05.094" v="2187"/>
          <ac:spMkLst>
            <pc:docMk/>
            <pc:sldMk cId="466888186" sldId="278"/>
            <ac:spMk id="10" creationId="{943128AB-B2CB-EB3E-1DC2-8C069783CFE6}"/>
          </ac:spMkLst>
        </pc:spChg>
        <pc:grpChg chg="del">
          <ac:chgData name="Brian Leung" userId="dd50ab1c25e28f6f" providerId="LiveId" clId="{594B7852-E483-4D99-B4A6-A863D3824C6F}" dt="2026-04-27T05:28:05.094" v="2187"/>
          <ac:grpSpMkLst>
            <pc:docMk/>
            <pc:sldMk cId="466888186" sldId="278"/>
            <ac:grpSpMk id="12" creationId="{F9E77247-0ED4-3811-E70B-A4E22186B31C}"/>
          </ac:grpSpMkLst>
        </pc:grpChg>
        <pc:cxnChg chg="del">
          <ac:chgData name="Brian Leung" userId="dd50ab1c25e28f6f" providerId="LiveId" clId="{594B7852-E483-4D99-B4A6-A863D3824C6F}" dt="2026-04-27T05:28:05.094" v="2187"/>
          <ac:cxnSpMkLst>
            <pc:docMk/>
            <pc:sldMk cId="466888186" sldId="278"/>
            <ac:cxnSpMk id="17" creationId="{26638672-0DB6-F6AE-D0C2-9010465693B2}"/>
          </ac:cxnSpMkLst>
        </pc:cxnChg>
      </pc:sldChg>
      <pc:sldChg chg="addSp delSp add del setBg delDesignElem">
        <pc:chgData name="Brian Leung" userId="dd50ab1c25e28f6f" providerId="LiveId" clId="{594B7852-E483-4D99-B4A6-A863D3824C6F}" dt="2026-04-27T05:28:13.637" v="2191"/>
        <pc:sldMkLst>
          <pc:docMk/>
          <pc:sldMk cId="1837668935" sldId="278"/>
        </pc:sldMkLst>
        <pc:spChg chg="add del">
          <ac:chgData name="Brian Leung" userId="dd50ab1c25e28f6f" providerId="LiveId" clId="{594B7852-E483-4D99-B4A6-A863D3824C6F}" dt="2026-04-27T05:28:13.637" v="2191"/>
          <ac:spMkLst>
            <pc:docMk/>
            <pc:sldMk cId="1837668935" sldId="278"/>
            <ac:spMk id="8" creationId="{F8C1AB38-0DAA-3C69-2E10-8FD80F4812C4}"/>
          </ac:spMkLst>
        </pc:spChg>
        <pc:spChg chg="add del">
          <ac:chgData name="Brian Leung" userId="dd50ab1c25e28f6f" providerId="LiveId" clId="{594B7852-E483-4D99-B4A6-A863D3824C6F}" dt="2026-04-27T05:28:13.637" v="2191"/>
          <ac:spMkLst>
            <pc:docMk/>
            <pc:sldMk cId="1837668935" sldId="278"/>
            <ac:spMk id="10" creationId="{DDC47F6B-EFDB-39A5-6EA1-917F94B1C90C}"/>
          </ac:spMkLst>
        </pc:spChg>
        <pc:grpChg chg="add del">
          <ac:chgData name="Brian Leung" userId="dd50ab1c25e28f6f" providerId="LiveId" clId="{594B7852-E483-4D99-B4A6-A863D3824C6F}" dt="2026-04-27T05:28:13.637" v="2191"/>
          <ac:grpSpMkLst>
            <pc:docMk/>
            <pc:sldMk cId="1837668935" sldId="278"/>
            <ac:grpSpMk id="12" creationId="{67110731-40C9-4B1F-18E6-FEB87E5F67FB}"/>
          </ac:grpSpMkLst>
        </pc:grpChg>
        <pc:cxnChg chg="add del">
          <ac:chgData name="Brian Leung" userId="dd50ab1c25e28f6f" providerId="LiveId" clId="{594B7852-E483-4D99-B4A6-A863D3824C6F}" dt="2026-04-27T05:28:13.637" v="2191"/>
          <ac:cxnSpMkLst>
            <pc:docMk/>
            <pc:sldMk cId="1837668935" sldId="278"/>
            <ac:cxnSpMk id="17" creationId="{9CA37AB4-6CA1-1E5E-DE9F-3E08028D7AFB}"/>
          </ac:cxnSpMkLst>
        </pc:cxnChg>
      </pc:sldChg>
      <pc:sldChg chg="delSp add del setBg delDesignElem">
        <pc:chgData name="Brian Leung" userId="dd50ab1c25e28f6f" providerId="LiveId" clId="{594B7852-E483-4D99-B4A6-A863D3824C6F}" dt="2026-04-27T05:27:58.217" v="2185" actId="47"/>
        <pc:sldMkLst>
          <pc:docMk/>
          <pc:sldMk cId="2965356838" sldId="278"/>
        </pc:sldMkLst>
        <pc:spChg chg="del">
          <ac:chgData name="Brian Leung" userId="dd50ab1c25e28f6f" providerId="LiveId" clId="{594B7852-E483-4D99-B4A6-A863D3824C6F}" dt="2026-04-27T05:27:44.726" v="2184"/>
          <ac:spMkLst>
            <pc:docMk/>
            <pc:sldMk cId="2965356838" sldId="278"/>
            <ac:spMk id="8" creationId="{80FF6D08-93C9-1FD8-AAE2-94A55D0D2A90}"/>
          </ac:spMkLst>
        </pc:spChg>
        <pc:spChg chg="del">
          <ac:chgData name="Brian Leung" userId="dd50ab1c25e28f6f" providerId="LiveId" clId="{594B7852-E483-4D99-B4A6-A863D3824C6F}" dt="2026-04-27T05:27:44.726" v="2184"/>
          <ac:spMkLst>
            <pc:docMk/>
            <pc:sldMk cId="2965356838" sldId="278"/>
            <ac:spMk id="10" creationId="{072A2F05-EA88-5300-755B-06451B15C764}"/>
          </ac:spMkLst>
        </pc:spChg>
        <pc:grpChg chg="del">
          <ac:chgData name="Brian Leung" userId="dd50ab1c25e28f6f" providerId="LiveId" clId="{594B7852-E483-4D99-B4A6-A863D3824C6F}" dt="2026-04-27T05:27:44.726" v="2184"/>
          <ac:grpSpMkLst>
            <pc:docMk/>
            <pc:sldMk cId="2965356838" sldId="278"/>
            <ac:grpSpMk id="12" creationId="{62D80148-0497-112B-BFC2-77D4CBE8E007}"/>
          </ac:grpSpMkLst>
        </pc:grpChg>
        <pc:cxnChg chg="del">
          <ac:chgData name="Brian Leung" userId="dd50ab1c25e28f6f" providerId="LiveId" clId="{594B7852-E483-4D99-B4A6-A863D3824C6F}" dt="2026-04-27T05:27:44.726" v="2184"/>
          <ac:cxnSpMkLst>
            <pc:docMk/>
            <pc:sldMk cId="2965356838" sldId="278"/>
            <ac:cxnSpMk id="17" creationId="{90D097A9-F2B2-F952-0926-8D3643B42F0A}"/>
          </ac:cxnSpMkLst>
        </pc:cxn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2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2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Book2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Book2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dirty="0"/>
              <a:t>Accuracy &amp; F1</a:t>
            </a:r>
            <a:r>
              <a:rPr lang="en-US" baseline="0" dirty="0"/>
              <a:t> Score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Classification Head Only</c:v>
                </c:pt>
                <c:pt idx="1">
                  <c:v>Prompt Tuning</c:v>
                </c:pt>
                <c:pt idx="2">
                  <c:v>LoRA(r=32)</c:v>
                </c:pt>
                <c:pt idx="3">
                  <c:v>LoRA(r=8)</c:v>
                </c:pt>
                <c:pt idx="4">
                  <c:v>LoRA(r=4)</c:v>
                </c:pt>
                <c:pt idx="5">
                  <c:v>Full Fine-Tune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0.754</c:v>
                </c:pt>
                <c:pt idx="1">
                  <c:v>0.86499999999999999</c:v>
                </c:pt>
                <c:pt idx="2">
                  <c:v>0.88900000000000001</c:v>
                </c:pt>
                <c:pt idx="3">
                  <c:v>0.88700000000000001</c:v>
                </c:pt>
                <c:pt idx="4">
                  <c:v>0.88200000000000001</c:v>
                </c:pt>
                <c:pt idx="5">
                  <c:v>0.89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A71-421F-9676-CF8EC9CD208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Score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Classification Head Only</c:v>
                </c:pt>
                <c:pt idx="1">
                  <c:v>Prompt Tuning</c:v>
                </c:pt>
                <c:pt idx="2">
                  <c:v>LoRA(r=32)</c:v>
                </c:pt>
                <c:pt idx="3">
                  <c:v>LoRA(r=8)</c:v>
                </c:pt>
                <c:pt idx="4">
                  <c:v>LoRA(r=4)</c:v>
                </c:pt>
                <c:pt idx="5">
                  <c:v>Full Fine-Tune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0.71</c:v>
                </c:pt>
                <c:pt idx="1">
                  <c:v>0.86</c:v>
                </c:pt>
                <c:pt idx="2">
                  <c:v>0.88</c:v>
                </c:pt>
                <c:pt idx="3">
                  <c:v>0.88</c:v>
                </c:pt>
                <c:pt idx="4">
                  <c:v>0.87</c:v>
                </c:pt>
                <c:pt idx="5">
                  <c:v>0.88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A71-421F-9676-CF8EC9CD20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559765615"/>
        <c:axId val="559766575"/>
      </c:barChart>
      <c:catAx>
        <c:axId val="5597656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9766575"/>
        <c:crosses val="autoZero"/>
        <c:auto val="1"/>
        <c:lblAlgn val="ctr"/>
        <c:lblOffset val="100"/>
        <c:noMultiLvlLbl val="0"/>
      </c:catAx>
      <c:valAx>
        <c:axId val="5597665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97656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Training Time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2"/>
          <c:order val="0"/>
          <c:tx>
            <c:strRef>
              <c:f>Sheet1!$D$1</c:f>
              <c:strCache>
                <c:ptCount val="1"/>
                <c:pt idx="0">
                  <c:v>Training Time (Hours)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Classification Head Only</c:v>
                </c:pt>
                <c:pt idx="1">
                  <c:v>Prompt Tuning</c:v>
                </c:pt>
                <c:pt idx="2">
                  <c:v>LoRA(r=32)</c:v>
                </c:pt>
                <c:pt idx="3">
                  <c:v>LoRA(r=8)</c:v>
                </c:pt>
                <c:pt idx="4">
                  <c:v>LoRA(r=4)</c:v>
                </c:pt>
                <c:pt idx="5">
                  <c:v>Full Fine-Tune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1.5</c:v>
                </c:pt>
                <c:pt idx="1">
                  <c:v>3</c:v>
                </c:pt>
                <c:pt idx="2">
                  <c:v>3.5</c:v>
                </c:pt>
                <c:pt idx="3">
                  <c:v>3.5</c:v>
                </c:pt>
                <c:pt idx="4">
                  <c:v>3.5</c:v>
                </c:pt>
                <c:pt idx="5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65-4F4E-861A-DE8DBDB26876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340274575"/>
        <c:axId val="340285135"/>
      </c:barChart>
      <c:catAx>
        <c:axId val="3402745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0285135"/>
        <c:crosses val="autoZero"/>
        <c:auto val="1"/>
        <c:lblAlgn val="ctr"/>
        <c:lblOffset val="100"/>
        <c:noMultiLvlLbl val="0"/>
      </c:catAx>
      <c:valAx>
        <c:axId val="340285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02745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Accuracy &amp; F1</a:t>
            </a:r>
            <a:r>
              <a:rPr lang="en-US" baseline="0"/>
              <a:t> Score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Classification Head Only</c:v>
                </c:pt>
                <c:pt idx="1">
                  <c:v>Prompt Tuning</c:v>
                </c:pt>
                <c:pt idx="2">
                  <c:v>LoRA(r=32)</c:v>
                </c:pt>
                <c:pt idx="3">
                  <c:v>LoRA(r=8)</c:v>
                </c:pt>
                <c:pt idx="4">
                  <c:v>LoRA(r=4)</c:v>
                </c:pt>
                <c:pt idx="5">
                  <c:v>Full Fine-Tune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0.754</c:v>
                </c:pt>
                <c:pt idx="1">
                  <c:v>0.86499999999999999</c:v>
                </c:pt>
                <c:pt idx="2">
                  <c:v>0.88900000000000001</c:v>
                </c:pt>
                <c:pt idx="3">
                  <c:v>0.88700000000000001</c:v>
                </c:pt>
                <c:pt idx="4">
                  <c:v>0.88200000000000001</c:v>
                </c:pt>
                <c:pt idx="5">
                  <c:v>0.89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AB3-4E9F-AEC8-B5CE98BA406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Score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Classification Head Only</c:v>
                </c:pt>
                <c:pt idx="1">
                  <c:v>Prompt Tuning</c:v>
                </c:pt>
                <c:pt idx="2">
                  <c:v>LoRA(r=32)</c:v>
                </c:pt>
                <c:pt idx="3">
                  <c:v>LoRA(r=8)</c:v>
                </c:pt>
                <c:pt idx="4">
                  <c:v>LoRA(r=4)</c:v>
                </c:pt>
                <c:pt idx="5">
                  <c:v>Full Fine-Tune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0.71</c:v>
                </c:pt>
                <c:pt idx="1">
                  <c:v>0.86</c:v>
                </c:pt>
                <c:pt idx="2">
                  <c:v>0.88</c:v>
                </c:pt>
                <c:pt idx="3">
                  <c:v>0.88</c:v>
                </c:pt>
                <c:pt idx="4">
                  <c:v>0.87</c:v>
                </c:pt>
                <c:pt idx="5">
                  <c:v>0.88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AB3-4E9F-AEC8-B5CE98BA40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559765615"/>
        <c:axId val="559766575"/>
      </c:barChart>
      <c:catAx>
        <c:axId val="5597656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9766575"/>
        <c:crosses val="autoZero"/>
        <c:auto val="1"/>
        <c:lblAlgn val="ctr"/>
        <c:lblOffset val="100"/>
        <c:noMultiLvlLbl val="0"/>
      </c:catAx>
      <c:valAx>
        <c:axId val="5597665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97656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Training Time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2"/>
          <c:order val="0"/>
          <c:tx>
            <c:strRef>
              <c:f>Sheet1!$D$1</c:f>
              <c:strCache>
                <c:ptCount val="1"/>
                <c:pt idx="0">
                  <c:v>Training Time (Hours)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Classification Head Only</c:v>
                </c:pt>
                <c:pt idx="1">
                  <c:v>Prompt Tuning</c:v>
                </c:pt>
                <c:pt idx="2">
                  <c:v>LoRA(r=32)</c:v>
                </c:pt>
                <c:pt idx="3">
                  <c:v>LoRA(r=8)</c:v>
                </c:pt>
                <c:pt idx="4">
                  <c:v>LoRA(r=4)</c:v>
                </c:pt>
                <c:pt idx="5">
                  <c:v>Full Fine-Tune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1.5</c:v>
                </c:pt>
                <c:pt idx="1">
                  <c:v>3</c:v>
                </c:pt>
                <c:pt idx="2">
                  <c:v>3.5</c:v>
                </c:pt>
                <c:pt idx="3">
                  <c:v>3.5</c:v>
                </c:pt>
                <c:pt idx="4">
                  <c:v>3.5</c:v>
                </c:pt>
                <c:pt idx="5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CD-49BC-8533-0401B7F114B5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340274575"/>
        <c:axId val="340285135"/>
      </c:barChart>
      <c:catAx>
        <c:axId val="3402745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0285135"/>
        <c:crosses val="autoZero"/>
        <c:auto val="1"/>
        <c:lblAlgn val="ctr"/>
        <c:lblOffset val="100"/>
        <c:noMultiLvlLbl val="0"/>
      </c:catAx>
      <c:valAx>
        <c:axId val="340285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02745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6D9CDD-3787-4722-9068-78494C9B6687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859B5E-42A0-464D-84BC-24F271242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16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859B5E-42A0-464D-84BC-24F271242FA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5107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859B5E-42A0-464D-84BC-24F271242FA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8851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859B5E-42A0-464D-84BC-24F271242FA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0071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AE529-D4C8-DB0E-583D-D225F18583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1B94C1-9BEF-DF00-D580-38BDE420BC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68FCD9-B3A3-8EB5-E03C-B2B67D834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A4A9B-99ED-48EA-88D1-560238569F6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9A442-2020-69D4-F8D9-83C84D790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77057-8744-4A67-8C46-C7DD1D50D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1E12B-DD4E-4E69-AA35-F47083AB9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353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E11F6-EDCC-CFC0-64DA-A5FD8162D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36E4D-0411-390B-1D26-D970F30FA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0D41E1-4AD9-79F6-E392-6A0DFC90E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A4A9B-99ED-48EA-88D1-560238569F6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8D9271-E25E-7BEA-66AC-D677FE2D8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FF139-FCEA-1FC7-0EA4-BFD49AA92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1E12B-DD4E-4E69-AA35-F47083AB9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35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939E4-F369-E056-EC50-6485FCB64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DF3436-0BE5-96F5-F0EC-6B4F0F30CE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81BCEF-3389-D500-2447-3142BB5C1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A4A9B-99ED-48EA-88D1-560238569F6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8E64EE-169D-62C0-2673-72D00B060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A81D8-790B-09E7-28FC-47F6A2C10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1E12B-DD4E-4E69-AA35-F47083AB9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199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E6971-8853-4C6C-869D-4E00D0B9E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8E771-60FF-ACA6-9278-80138B10A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10A8A3-42A7-5BE9-0ED8-4D9EE86C89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9BBDDA-E337-FEFD-792F-25044698B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A4A9B-99ED-48EA-88D1-560238569F6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1037A3-D034-3850-3DEA-6DC9AAB72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59FF2F-F775-28C8-894F-FD9D4FCBB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1E12B-DD4E-4E69-AA35-F47083AB9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538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47902-3E89-7B36-211B-85EB28C02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8E9A5E-1F00-8601-B704-15C50DFE9C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8CD787-99AC-0B60-A4E9-8CEC6AEA9D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B5729D-3FF2-35C6-8ECB-838B2B9BEA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2045DE-7517-3AE5-B484-C982842543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67DA92-5721-58A6-D47B-7A141FE00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A4A9B-99ED-48EA-88D1-560238569F6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C8860E-3724-3703-73BE-B8059577A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4DE896-168C-ADC9-AC77-6F06A11B4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1E12B-DD4E-4E69-AA35-F47083AB9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926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18AD2-D4FD-E4CF-E54F-72592B2AC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C50440-7FDB-3FB5-03B1-5F6E16B22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A4A9B-99ED-48EA-88D1-560238569F6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DC902D-3856-32B9-2CDC-E7DB1958E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6038D2-B4F4-2604-6271-530858A15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1E12B-DD4E-4E69-AA35-F47083AB9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809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C4DD1D-25AC-A82D-C5D9-6E749AEA7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A4A9B-99ED-48EA-88D1-560238569F6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68D0D5-7A84-E42A-17FF-3E19173CC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666664-2D87-1A5A-DFAA-EC702DE62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1E12B-DD4E-4E69-AA35-F47083AB9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667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8AC67-46B7-22CD-B3AB-B84F3A3E2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09777-281A-982D-660C-20B1003ABD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696C58-16CF-4CB4-E558-65912D040D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DA6813-FD6D-1D71-54B8-161A5CD1D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A4A9B-99ED-48EA-88D1-560238569F6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0DC7C4-40AF-C742-DBB5-B5CE0FBD4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2E4400-51B0-6383-B871-C4A4C309E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1E12B-DD4E-4E69-AA35-F47083AB9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269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FA438-88C1-C703-C996-B6BC42B51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73BFB2-D64B-5CA5-6D8C-6DB3B2259F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02748B-55B7-5058-0194-C06660457B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DBB22A-3B73-8A60-394C-DE5AA5729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A4A9B-99ED-48EA-88D1-560238569F6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8ADC32-4B13-0406-D789-C75BE12D1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7A5ABD-C95C-C502-4AE4-E2CA773D2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1E12B-DD4E-4E69-AA35-F47083AB9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767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04BC9-2F58-7EB9-D69B-1208DADE0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E5ADCF-B254-965A-6438-5789B14CD0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B7059-FA1F-3C02-AAD8-92A2105BD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A4A9B-99ED-48EA-88D1-560238569F6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089F4-333E-33F1-4B43-A862294D3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B6401F-524A-2FA2-F3C0-B8A78A343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1E12B-DD4E-4E69-AA35-F47083AB9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089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119C6A-BF77-8F9B-9E38-3FE9226131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E1E072-CB41-A5D0-AC36-ED6AC79FF9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E634D-29D6-C83D-D37C-298219CFA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A4A9B-99ED-48EA-88D1-560238569F6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56AAE-08C1-C4AE-B397-3C4097373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AAEE4-E281-A3D8-5BD8-CCA603F1D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1E12B-DD4E-4E69-AA35-F47083AB9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75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D9C2DE-6D4D-FF34-F412-D0A1B3648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63B2AE-88BB-44E6-501E-341C8C311E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42449-C416-090E-2A00-2CE2D66F43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FA4A9B-99ED-48EA-88D1-560238569F6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8F71BA-CE15-4069-2157-AF69A28F45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A8AB40-5D9E-3792-0990-45DEB0DC90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91E12B-DD4E-4E69-AA35-F47083AB9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751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BC088F-CFAA-CF75-9237-2BD4544061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0430" y="583345"/>
            <a:ext cx="7160357" cy="4164820"/>
          </a:xfrm>
        </p:spPr>
        <p:txBody>
          <a:bodyPr anchor="t">
            <a:normAutofit/>
          </a:bodyPr>
          <a:lstStyle/>
          <a:p>
            <a:pPr algn="r"/>
            <a:r>
              <a:rPr lang="en-US" sz="5000" b="1">
                <a:solidFill>
                  <a:srgbClr val="FFFFFF"/>
                </a:solidFill>
              </a:rPr>
              <a:t>Sentiment Analysis of Text Data </a:t>
            </a:r>
            <a:br>
              <a:rPr lang="en-US" sz="5000">
                <a:solidFill>
                  <a:srgbClr val="FFFFFF"/>
                </a:solidFill>
              </a:rPr>
            </a:br>
            <a:r>
              <a:rPr lang="en-US" sz="5000">
                <a:solidFill>
                  <a:srgbClr val="FFFFFF"/>
                </a:solidFill>
              </a:rPr>
              <a:t>Fine-Tuning BERTweet on Sentiment140 Dataset </a:t>
            </a:r>
            <a:br>
              <a:rPr lang="en-US" sz="5000">
                <a:solidFill>
                  <a:srgbClr val="FFFFFF"/>
                </a:solidFill>
              </a:rPr>
            </a:br>
            <a:endParaRPr lang="en-US" sz="50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0DA5BE-A7D3-B008-E51A-1CC46AFF8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8228" y="5972174"/>
            <a:ext cx="8578699" cy="504825"/>
          </a:xfrm>
        </p:spPr>
        <p:txBody>
          <a:bodyPr>
            <a:normAutofit/>
          </a:bodyPr>
          <a:lstStyle/>
          <a:p>
            <a:pPr algn="l"/>
            <a:r>
              <a:rPr lang="en-US" sz="2000">
                <a:solidFill>
                  <a:srgbClr val="FFFFFF"/>
                </a:solidFill>
              </a:rPr>
              <a:t>Team 7: Brian Leung, Cayden Calo, Carlos Munoz-Salazar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9837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D9DB4F-7AAA-C425-9BE3-0247A9735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US" sz="6800" dirty="0">
                <a:solidFill>
                  <a:srgbClr val="FFFFFF"/>
                </a:solidFill>
              </a:rPr>
              <a:t>Problem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6667B-5F7D-5C3A-FDEF-2A75B2D67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Sentiment Analysis:</a:t>
            </a:r>
          </a:p>
          <a:p>
            <a:pPr lvl="1"/>
            <a:r>
              <a:rPr lang="en-US" sz="2000" b="1" dirty="0">
                <a:solidFill>
                  <a:schemeClr val="tx1">
                    <a:alpha val="80000"/>
                  </a:schemeClr>
                </a:solidFill>
                <a:highlight>
                  <a:srgbClr val="00FFFF"/>
                </a:highlight>
              </a:rPr>
              <a:t>Given a text -&gt; Predict sentiment</a:t>
            </a:r>
            <a:endParaRPr lang="en-US" sz="2400" b="1" dirty="0">
              <a:solidFill>
                <a:schemeClr val="tx1">
                  <a:alpha val="80000"/>
                </a:schemeClr>
              </a:solidFill>
              <a:highlight>
                <a:srgbClr val="00FFFF"/>
              </a:highlight>
            </a:endParaRPr>
          </a:p>
          <a:p>
            <a:endParaRPr lang="en-US" sz="24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Examples: </a:t>
            </a:r>
          </a:p>
          <a:p>
            <a:pPr lvl="1"/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This movie was very good!</a:t>
            </a:r>
          </a:p>
          <a:p>
            <a:pPr lvl="2"/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Predict: </a:t>
            </a:r>
            <a:r>
              <a:rPr lang="en-US" sz="1600" dirty="0">
                <a:solidFill>
                  <a:schemeClr val="tx1">
                    <a:alpha val="80000"/>
                  </a:schemeClr>
                </a:solidFill>
                <a:highlight>
                  <a:srgbClr val="00FF00"/>
                </a:highlight>
              </a:rPr>
              <a:t>Positive</a:t>
            </a:r>
          </a:p>
          <a:p>
            <a:pPr lvl="1"/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This movie was horrible.</a:t>
            </a:r>
          </a:p>
          <a:p>
            <a:pPr lvl="2"/>
            <a:r>
              <a:rPr lang="en-US" sz="1200" dirty="0">
                <a:solidFill>
                  <a:schemeClr val="tx1">
                    <a:alpha val="80000"/>
                  </a:schemeClr>
                </a:solidFill>
              </a:rPr>
              <a:t>Predict: </a:t>
            </a:r>
            <a:r>
              <a:rPr lang="en-US" sz="1200" dirty="0">
                <a:solidFill>
                  <a:schemeClr val="tx1">
                    <a:alpha val="80000"/>
                  </a:schemeClr>
                </a:solidFill>
                <a:highlight>
                  <a:srgbClr val="FF0000"/>
                </a:highlight>
              </a:rPr>
              <a:t>Negative</a:t>
            </a:r>
          </a:p>
          <a:p>
            <a:pPr lvl="1"/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3522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890354-05BA-BDCC-A53D-30910FAC8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US" sz="7400">
                <a:solidFill>
                  <a:srgbClr val="FFFFFF"/>
                </a:solidFill>
              </a:rPr>
              <a:t>Objective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F9A3F-FB69-67D6-F1C9-188A0DB44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US" sz="2000" b="1" dirty="0">
                <a:solidFill>
                  <a:schemeClr val="tx1">
                    <a:alpha val="80000"/>
                  </a:schemeClr>
                </a:solidFill>
                <a:highlight>
                  <a:srgbClr val="FF0000"/>
                </a:highlight>
              </a:rPr>
              <a:t>Compare different fine-tuning methods</a:t>
            </a:r>
          </a:p>
          <a:p>
            <a:pPr lvl="1"/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Full-tune – Upper Bound</a:t>
            </a:r>
          </a:p>
          <a:p>
            <a:pPr lvl="1"/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highlight>
                  <a:srgbClr val="FFFF00"/>
                </a:highlight>
              </a:rPr>
              <a:t>LoRA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highlight>
                  <a:srgbClr val="FFFF00"/>
                </a:highlight>
              </a:rPr>
              <a:t> (Low rank adaptation)</a:t>
            </a:r>
          </a:p>
          <a:p>
            <a:pPr lvl="1"/>
            <a:r>
              <a:rPr lang="en-US" sz="2000" dirty="0">
                <a:solidFill>
                  <a:schemeClr val="tx1">
                    <a:alpha val="80000"/>
                  </a:schemeClr>
                </a:solidFill>
                <a:highlight>
                  <a:srgbClr val="FFFF00"/>
                </a:highlight>
              </a:rPr>
              <a:t>Prompt Tuning</a:t>
            </a:r>
          </a:p>
          <a:p>
            <a:pPr lvl="1"/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Classifier Head Only – Lower Bound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Strengths, Weakness, Trade-offs</a:t>
            </a:r>
          </a:p>
          <a:p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1161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F9CBE3F-79A8-4F8F-88D9-DAD03D0D28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ACBFE9-46A6-D2E3-E057-8FD4C54B6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030" y="1496296"/>
            <a:ext cx="9147940" cy="23372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9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Live Demo!</a:t>
            </a:r>
          </a:p>
        </p:txBody>
      </p:sp>
      <p:sp>
        <p:nvSpPr>
          <p:cNvPr id="9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1869" y="2383077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24364" y="2265467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24834" y="253720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053" y="2832967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72266" y="28039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3405" y="324249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831729"/>
            <a:ext cx="12188952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6977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CEBA88-F571-2523-35CE-809B4D724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US" sz="5000">
                <a:solidFill>
                  <a:srgbClr val="FFFFFF"/>
                </a:solidFill>
              </a:rPr>
              <a:t>Data + Preprocessing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1D996-8675-317C-95EC-2461B305FD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Dataset – Sentiment140</a:t>
            </a:r>
          </a:p>
          <a:p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Preprocessing</a:t>
            </a:r>
          </a:p>
          <a:p>
            <a:pPr lvl="1"/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Removed unused columns: ID, Date, Flag, User </a:t>
            </a:r>
          </a:p>
          <a:p>
            <a:pPr lvl="1"/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Filtered labels to {0, 4} and remapped to {0, 1} </a:t>
            </a:r>
          </a:p>
          <a:p>
            <a:pPr lvl="1"/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Normalized text: </a:t>
            </a:r>
          </a:p>
          <a:p>
            <a:pPr lvl="2"/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User mentions → @USER </a:t>
            </a:r>
          </a:p>
          <a:p>
            <a:pPr lvl="2"/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URLs → HTTPURL </a:t>
            </a:r>
          </a:p>
          <a:p>
            <a:pPr lvl="1"/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Encoding: ISO-8859-1 (Latin-1)</a:t>
            </a:r>
          </a:p>
          <a:p>
            <a:pPr lvl="1"/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Data split: </a:t>
            </a:r>
          </a:p>
          <a:p>
            <a:pPr lvl="2"/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90% training </a:t>
            </a:r>
          </a:p>
          <a:p>
            <a:pPr lvl="2"/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5% validation </a:t>
            </a:r>
          </a:p>
          <a:p>
            <a:pPr lvl="2"/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5% test </a:t>
            </a:r>
          </a:p>
          <a:p>
            <a:endParaRPr lang="en-US" sz="24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0409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8913EB-587C-811B-B9E1-5DDDCCA75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US" sz="3800">
                <a:solidFill>
                  <a:srgbClr val="FFFFFF"/>
                </a:solidFill>
              </a:rPr>
              <a:t>Set up + Hyperparameters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AE86B-026A-CDB6-87C0-D4C66A645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 lnSpcReduction="10000"/>
          </a:bodyPr>
          <a:lstStyle/>
          <a:p>
            <a:endParaRPr lang="en-US" sz="24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Model: </a:t>
            </a:r>
            <a:r>
              <a:rPr lang="en-US" sz="2400" dirty="0" err="1">
                <a:solidFill>
                  <a:schemeClr val="tx1">
                    <a:alpha val="80000"/>
                  </a:schemeClr>
                </a:solidFill>
              </a:rPr>
              <a:t>vinai</a:t>
            </a:r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/</a:t>
            </a:r>
            <a:r>
              <a:rPr lang="en-US" sz="2400" dirty="0" err="1">
                <a:solidFill>
                  <a:schemeClr val="tx1">
                    <a:alpha val="80000"/>
                  </a:schemeClr>
                </a:solidFill>
              </a:rPr>
              <a:t>bertweet</a:t>
            </a:r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-base</a:t>
            </a:r>
          </a:p>
          <a:p>
            <a:pPr lvl="1"/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2-class classification head</a:t>
            </a:r>
          </a:p>
          <a:p>
            <a:pPr lvl="1"/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Pre-trained on twitter data (slang, abbreviations, </a:t>
            </a:r>
            <a:r>
              <a:rPr lang="en-US" dirty="0" err="1">
                <a:solidFill>
                  <a:schemeClr val="tx1">
                    <a:alpha val="80000"/>
                  </a:schemeClr>
                </a:solidFill>
              </a:rPr>
              <a:t>etc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)</a:t>
            </a:r>
          </a:p>
          <a:p>
            <a:pPr lvl="0"/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Training set up</a:t>
            </a:r>
          </a:p>
          <a:p>
            <a:pPr lvl="1"/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Optimizer: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AdamW</a:t>
            </a: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Batch size: 16 (Effective batch size = 32)</a:t>
            </a:r>
          </a:p>
          <a:p>
            <a:pPr lvl="1"/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Gradient accumulation: 2 </a:t>
            </a:r>
          </a:p>
          <a:p>
            <a:pPr lvl="1"/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Epochs: 3 </a:t>
            </a:r>
          </a:p>
          <a:p>
            <a:pPr lvl="1"/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Evaluation: per epoch </a:t>
            </a:r>
          </a:p>
          <a:p>
            <a:pPr lvl="1"/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Model selection: best validation F1 </a:t>
            </a:r>
          </a:p>
          <a:p>
            <a:pPr lvl="1"/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Mixed precision: fp16 enabled </a:t>
            </a:r>
          </a:p>
          <a:p>
            <a:pPr lvl="1"/>
            <a:endParaRPr lang="en-US" dirty="0">
              <a:solidFill>
                <a:schemeClr val="tx1">
                  <a:alpha val="80000"/>
                </a:schemeClr>
              </a:solidFill>
            </a:endParaRPr>
          </a:p>
          <a:p>
            <a:endParaRPr lang="en-US" sz="24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8649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C22F2-3434-2067-2293-B2CF28F9122E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Hyperparameters Cont.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7B7D82-8B25-197C-9603-52D46196B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332412" cy="823912"/>
          </a:xfrm>
          <a:noFill/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Full Fine-Tuning (Upper bound)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E0D237D-26A0-33F8-D603-391640A04E4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9788" y="2505075"/>
                <a:ext cx="5332412" cy="3684588"/>
              </a:xfrm>
              <a:noFill/>
            </p:spPr>
            <p:txBody>
              <a:bodyPr/>
              <a:lstStyle/>
              <a:p>
                <a:pPr lvl="0"/>
                <a:r>
                  <a:rPr lang="en-US" dirty="0">
                    <a:solidFill>
                      <a:schemeClr val="bg1"/>
                    </a:solidFill>
                  </a:rPr>
                  <a:t>All model parameters are trainable </a:t>
                </a:r>
              </a:p>
              <a:p>
                <a:pPr lvl="0"/>
                <a:r>
                  <a:rPr lang="en-US" dirty="0">
                    <a:solidFill>
                      <a:schemeClr val="bg1"/>
                    </a:solidFill>
                  </a:rPr>
                  <a:t>Learning rate: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−5</m:t>
                    </m:r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  <a:p>
                <a:pPr lvl="0"/>
                <a:r>
                  <a:rPr lang="en-US" dirty="0">
                    <a:solidFill>
                      <a:schemeClr val="bg1"/>
                    </a:solidFill>
                  </a:rPr>
                  <a:t>Warmup ratio: 0.06 </a:t>
                </a:r>
              </a:p>
              <a:p>
                <a:pPr lvl="0"/>
                <a:r>
                  <a:rPr lang="en-US" dirty="0">
                    <a:solidFill>
                      <a:schemeClr val="bg1"/>
                    </a:solidFill>
                  </a:rPr>
                  <a:t>Weight decay: 0.01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E0D237D-26A0-33F8-D603-391640A04E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9788" y="2505075"/>
                <a:ext cx="5332412" cy="3684588"/>
              </a:xfrm>
              <a:blipFill>
                <a:blip r:embed="rId4"/>
                <a:stretch>
                  <a:fillRect l="-2057" t="-2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62D7E0-2145-48C8-6AFF-C24880BE45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noFill/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Classifier Head Only (Lower bound)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588B1F-E2DE-A10B-F8AC-B1F827070B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noFill/>
        </p:spPr>
        <p:txBody>
          <a:bodyPr/>
          <a:lstStyle/>
          <a:p>
            <a:pPr lvl="0"/>
            <a:r>
              <a:rPr lang="en-US" dirty="0">
                <a:solidFill>
                  <a:schemeClr val="bg1"/>
                </a:solidFill>
              </a:rPr>
              <a:t>Backbone is frozen 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Only classification head is trained 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Same hyperparameters as full fine-tuning 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0458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7C0E9-6263-F343-8CAE-52BDB7CB3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Hyperparameters Cont.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9909F5-B89D-6642-6B97-32BE2FE38A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bg1"/>
                </a:solidFill>
              </a:rPr>
              <a:t>LoRA</a:t>
            </a:r>
            <a:r>
              <a:rPr lang="en-US" dirty="0">
                <a:solidFill>
                  <a:schemeClr val="bg1"/>
                </a:solidFill>
              </a:rPr>
              <a:t> (Low-Rank Adaptation)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AC69ED8-1764-9C54-0214-E252F4415E0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lvl="0"/>
                <a:r>
                  <a:rPr lang="en-US" dirty="0">
                    <a:solidFill>
                      <a:schemeClr val="bg1"/>
                    </a:solidFill>
                  </a:rPr>
                  <a:t>Injected into attention layers (query, value) </a:t>
                </a:r>
              </a:p>
              <a:p>
                <a:pPr lvl="0"/>
                <a:r>
                  <a:rPr lang="en-US" dirty="0">
                    <a:solidFill>
                      <a:schemeClr val="bg1"/>
                    </a:solidFill>
                  </a:rPr>
                  <a:t>Rank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4, 8, 32 </a:t>
                </a:r>
              </a:p>
              <a:p>
                <a:pPr lvl="1"/>
                <a:r>
                  <a:rPr lang="en-US" dirty="0" err="1">
                    <a:solidFill>
                      <a:schemeClr val="bg1"/>
                    </a:solidFill>
                  </a:rPr>
                  <a:t>LoRA</a:t>
                </a:r>
                <a:r>
                  <a:rPr lang="en-US" dirty="0">
                    <a:solidFill>
                      <a:schemeClr val="bg1"/>
                    </a:solidFill>
                  </a:rPr>
                  <a:t> trained on various rank values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=32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, dropout = 0.1 </a:t>
                </a:r>
              </a:p>
              <a:p>
                <a:pPr lvl="0"/>
                <a:r>
                  <a:rPr lang="en-US" dirty="0">
                    <a:solidFill>
                      <a:schemeClr val="bg1"/>
                    </a:solidFill>
                  </a:rPr>
                  <a:t>Backbone weights frozen </a:t>
                </a:r>
              </a:p>
              <a:p>
                <a:r>
                  <a:rPr lang="en-US" dirty="0">
                    <a:solidFill>
                      <a:schemeClr val="bg1"/>
                    </a:solidFill>
                  </a:rPr>
                  <a:t>Learning rate: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−4</m:t>
                    </m:r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  <a:p>
                <a:pPr lvl="0"/>
                <a:endParaRPr lang="en-US" dirty="0">
                  <a:solidFill>
                    <a:schemeClr val="bg1"/>
                  </a:solidFill>
                </a:endParaRPr>
              </a:p>
              <a:p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AC69ED8-1764-9C54-0214-E252F4415E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1891" t="-3311" r="-1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126EFB-979A-D09C-B6F2-FB63756595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Prompt Tuning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8ABC817B-ED12-4967-97E9-911025C54A12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lvl="0"/>
                <a:r>
                  <a:rPr lang="en-US" dirty="0">
                    <a:solidFill>
                      <a:schemeClr val="bg1"/>
                    </a:solidFill>
                  </a:rPr>
                  <a:t>Adds 20 virtual tokens as soft prompts </a:t>
                </a:r>
              </a:p>
              <a:p>
                <a:pPr lvl="0"/>
                <a:r>
                  <a:rPr lang="en-US" dirty="0">
                    <a:solidFill>
                      <a:schemeClr val="bg1"/>
                    </a:solidFill>
                  </a:rPr>
                  <a:t>Initialized using task-specific text:</a:t>
                </a:r>
              </a:p>
              <a:p>
                <a:pPr lvl="1"/>
                <a:r>
                  <a:rPr lang="en-US" dirty="0">
                    <a:solidFill>
                      <a:schemeClr val="bg1"/>
                    </a:solidFill>
                  </a:rPr>
                  <a:t>"Classify the sentiment of this tweet as positive or negative:"</a:t>
                </a:r>
              </a:p>
              <a:p>
                <a:pPr lvl="0"/>
                <a:r>
                  <a:rPr lang="en-US" dirty="0">
                    <a:solidFill>
                      <a:schemeClr val="bg1"/>
                    </a:solidFill>
                  </a:rPr>
                  <a:t>Backbone frozen </a:t>
                </a:r>
              </a:p>
              <a:p>
                <a:pPr lvl="0"/>
                <a:r>
                  <a:rPr lang="en-US" dirty="0">
                    <a:solidFill>
                      <a:schemeClr val="bg1"/>
                    </a:solidFill>
                  </a:rPr>
                  <a:t>Classification head also unfrozen </a:t>
                </a:r>
              </a:p>
              <a:p>
                <a:r>
                  <a:rPr lang="en-US" dirty="0">
                    <a:solidFill>
                      <a:schemeClr val="bg1"/>
                    </a:solidFill>
                  </a:rPr>
                  <a:t>Learning rate: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−4</m:t>
                    </m:r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  <a:p>
                <a:pPr lvl="0"/>
                <a:endParaRPr lang="en-US" dirty="0">
                  <a:solidFill>
                    <a:schemeClr val="bg1"/>
                  </a:solidFill>
                </a:endParaRPr>
              </a:p>
              <a:p>
                <a:pPr lvl="0"/>
                <a:endParaRPr lang="en-US" dirty="0">
                  <a:solidFill>
                    <a:schemeClr val="bg1"/>
                  </a:solidFill>
                </a:endParaRPr>
              </a:p>
              <a:p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8ABC817B-ED12-4967-97E9-911025C54A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>
                <a:blip r:embed="rId4"/>
                <a:stretch>
                  <a:fillRect l="-1882" t="-3311" r="-2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0616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2C155B-443D-7875-4EE8-14480976C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6BFDA62-6115-500A-A84E-D032C13364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458FD0-45A5-F03A-A8DC-CC712B178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030" y="1496296"/>
            <a:ext cx="9147940" cy="23372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9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Results</a:t>
            </a:r>
          </a:p>
        </p:txBody>
      </p:sp>
      <p:sp>
        <p:nvSpPr>
          <p:cNvPr id="9" name="Graphic 22">
            <a:extLst>
              <a:ext uri="{FF2B5EF4-FFF2-40B4-BE49-F238E27FC236}">
                <a16:creationId xmlns:a16="http://schemas.microsoft.com/office/drawing/2014/main" id="{38F1665A-CF59-43D9-60A3-B4F6DAA911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1869" y="2383077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Graphic 13">
            <a:extLst>
              <a:ext uri="{FF2B5EF4-FFF2-40B4-BE49-F238E27FC236}">
                <a16:creationId xmlns:a16="http://schemas.microsoft.com/office/drawing/2014/main" id="{7052F18C-A487-F006-7B82-BB32061C63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24364" y="2265467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Graphic 15">
            <a:extLst>
              <a:ext uri="{FF2B5EF4-FFF2-40B4-BE49-F238E27FC236}">
                <a16:creationId xmlns:a16="http://schemas.microsoft.com/office/drawing/2014/main" id="{60A95161-B5BC-6901-1A9A-64A9EE5BA5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24834" y="253720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Graphic 21">
            <a:extLst>
              <a:ext uri="{FF2B5EF4-FFF2-40B4-BE49-F238E27FC236}">
                <a16:creationId xmlns:a16="http://schemas.microsoft.com/office/drawing/2014/main" id="{F6C52998-DC70-44F1-C00B-5E3223559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053" y="2832967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Graphic 12">
            <a:extLst>
              <a:ext uri="{FF2B5EF4-FFF2-40B4-BE49-F238E27FC236}">
                <a16:creationId xmlns:a16="http://schemas.microsoft.com/office/drawing/2014/main" id="{1DAC3803-5284-BC29-2161-1BA3D2464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72266" y="28039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Graphic 23">
            <a:extLst>
              <a:ext uri="{FF2B5EF4-FFF2-40B4-BE49-F238E27FC236}">
                <a16:creationId xmlns:a16="http://schemas.microsoft.com/office/drawing/2014/main" id="{C300CFE5-AC18-DBF2-1E38-45AF54B7C9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3405" y="324249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1A3353E-D663-142C-EF0A-38C0CF7CC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831729"/>
            <a:ext cx="12188952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73879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9A3DBBBA-4D5E-76C1-B3FE-45B02DDB911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51281701"/>
              </p:ext>
            </p:extLst>
          </p:nvPr>
        </p:nvGraphicFramePr>
        <p:xfrm>
          <a:off x="643467" y="643467"/>
          <a:ext cx="10905066" cy="55710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18326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F976CDE1-93EF-DC7E-A6D4-9A85FE03193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25021366"/>
              </p:ext>
            </p:extLst>
          </p:nvPr>
        </p:nvGraphicFramePr>
        <p:xfrm>
          <a:off x="643467" y="643467"/>
          <a:ext cx="10905066" cy="55710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25135EF-29AF-C2A1-C7A8-D207017ECA38}"/>
              </a:ext>
            </a:extLst>
          </p:cNvPr>
          <p:cNvSpPr txBox="1"/>
          <p:nvPr/>
        </p:nvSpPr>
        <p:spPr>
          <a:xfrm>
            <a:off x="9541163" y="5999089"/>
            <a:ext cx="30048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>
                    <a:lumMod val="85000"/>
                  </a:schemeClr>
                </a:solidFill>
              </a:rPr>
              <a:t>Training Times using Google </a:t>
            </a:r>
            <a:r>
              <a:rPr lang="en-US" sz="800" dirty="0" err="1">
                <a:solidFill>
                  <a:schemeClr val="bg1">
                    <a:lumMod val="85000"/>
                  </a:schemeClr>
                </a:solidFill>
              </a:rPr>
              <a:t>Colab</a:t>
            </a:r>
            <a:r>
              <a:rPr lang="en-US" sz="800" dirty="0">
                <a:solidFill>
                  <a:schemeClr val="bg1">
                    <a:lumMod val="85000"/>
                  </a:schemeClr>
                </a:solidFill>
              </a:rPr>
              <a:t> T4 GPU</a:t>
            </a:r>
          </a:p>
        </p:txBody>
      </p:sp>
    </p:spTree>
    <p:extLst>
      <p:ext uri="{BB962C8B-B14F-4D97-AF65-F5344CB8AC3E}">
        <p14:creationId xmlns:p14="http://schemas.microsoft.com/office/powerpoint/2010/main" val="248815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79CF0-63EE-3892-9537-90D2B99AF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4532B21B-07A7-BE93-CBB0-48705624C24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33279982"/>
              </p:ext>
            </p:extLst>
          </p:nvPr>
        </p:nvGraphicFramePr>
        <p:xfrm>
          <a:off x="6248400" y="1253331"/>
          <a:ext cx="5181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6" name="Content Placeholder 15">
            <a:extLst>
              <a:ext uri="{FF2B5EF4-FFF2-40B4-BE49-F238E27FC236}">
                <a16:creationId xmlns:a16="http://schemas.microsoft.com/office/drawing/2014/main" id="{C988B004-02A0-CBFB-C3CB-3182353DBC8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010542744"/>
              </p:ext>
            </p:extLst>
          </p:nvPr>
        </p:nvGraphicFramePr>
        <p:xfrm>
          <a:off x="838200" y="1253331"/>
          <a:ext cx="5181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34180256-D810-5332-3501-4E9AC31B1681}"/>
              </a:ext>
            </a:extLst>
          </p:cNvPr>
          <p:cNvSpPr/>
          <p:nvPr/>
        </p:nvSpPr>
        <p:spPr>
          <a:xfrm>
            <a:off x="4920343" y="1741714"/>
            <a:ext cx="1099457" cy="3543518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kern="12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53DB302-74EE-D020-59B9-C1A8EBCC311A}"/>
              </a:ext>
            </a:extLst>
          </p:cNvPr>
          <p:cNvSpPr/>
          <p:nvPr/>
        </p:nvSpPr>
        <p:spPr>
          <a:xfrm>
            <a:off x="10330543" y="1741714"/>
            <a:ext cx="1099457" cy="3543518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kern="12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8A7338A-D8BD-75F5-9FF5-0923AAA025F7}"/>
              </a:ext>
            </a:extLst>
          </p:cNvPr>
          <p:cNvSpPr/>
          <p:nvPr/>
        </p:nvSpPr>
        <p:spPr>
          <a:xfrm>
            <a:off x="1881051" y="1741714"/>
            <a:ext cx="3290969" cy="3543518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indent="0" algn="l" defTabSz="914400" rtl="0" eaLnBrk="1" latinLnBrk="0" hangingPunct="1"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kern="12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8A7338A-D8BD-75F5-9FF5-0923AAA025F7}"/>
              </a:ext>
            </a:extLst>
          </p:cNvPr>
          <p:cNvSpPr/>
          <p:nvPr/>
        </p:nvSpPr>
        <p:spPr>
          <a:xfrm>
            <a:off x="7285155" y="1741714"/>
            <a:ext cx="3290969" cy="3543518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indent="0" algn="l" defTabSz="914400" rtl="0" eaLnBrk="1" latinLnBrk="0" hangingPunct="1"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kern="120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20E2675-8D89-C36F-2A3E-859C88BB5A02}"/>
              </a:ext>
            </a:extLst>
          </p:cNvPr>
          <p:cNvSpPr/>
          <p:nvPr/>
        </p:nvSpPr>
        <p:spPr>
          <a:xfrm>
            <a:off x="1102722" y="1741714"/>
            <a:ext cx="1099457" cy="3543518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kern="12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E03D5EC-DE18-B365-862A-290695DF14B4}"/>
              </a:ext>
            </a:extLst>
          </p:cNvPr>
          <p:cNvSpPr/>
          <p:nvPr/>
        </p:nvSpPr>
        <p:spPr>
          <a:xfrm>
            <a:off x="6506826" y="1741714"/>
            <a:ext cx="1099457" cy="3543518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kern="1200"/>
          </a:p>
        </p:txBody>
      </p:sp>
    </p:spTree>
    <p:extLst>
      <p:ext uri="{BB962C8B-B14F-4D97-AF65-F5344CB8AC3E}">
        <p14:creationId xmlns:p14="http://schemas.microsoft.com/office/powerpoint/2010/main" val="2019789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8" grpId="0" animBg="1"/>
      <p:bldP spid="28" grpId="1" animBg="1"/>
      <p:bldP spid="29" grpId="0" animBg="1"/>
      <p:bldP spid="29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262DF7-1350-9144-7FDD-4F2048302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US" sz="8000">
                <a:solidFill>
                  <a:srgbClr val="FFFFFF"/>
                </a:solidFill>
              </a:rPr>
              <a:t>Insights Gained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B2380-5F39-4B4C-6167-B05118AC9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pPr lvl="0"/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Full fine-tuning achieves the best results but requires the most training time </a:t>
            </a:r>
          </a:p>
          <a:p>
            <a:pPr lvl="0"/>
            <a:r>
              <a:rPr lang="en-US" sz="2400" dirty="0" err="1">
                <a:solidFill>
                  <a:schemeClr val="tx1">
                    <a:alpha val="80000"/>
                  </a:schemeClr>
                </a:solidFill>
              </a:rPr>
              <a:t>LoRA</a:t>
            </a:r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 achieves near-identical performance with </a:t>
            </a:r>
            <a:r>
              <a:rPr lang="en-US" sz="2400" b="1" dirty="0">
                <a:solidFill>
                  <a:schemeClr val="tx1">
                    <a:alpha val="80000"/>
                  </a:schemeClr>
                </a:solidFill>
              </a:rPr>
              <a:t>~22% less training time</a:t>
            </a:r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 </a:t>
            </a:r>
          </a:p>
          <a:p>
            <a:pPr lvl="0"/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Prompt tuning is </a:t>
            </a:r>
            <a:r>
              <a:rPr lang="en-US" sz="2400" b="1" dirty="0">
                <a:solidFill>
                  <a:schemeClr val="tx1">
                    <a:alpha val="80000"/>
                  </a:schemeClr>
                </a:solidFill>
              </a:rPr>
              <a:t>faster but sacrifices accuracy </a:t>
            </a:r>
          </a:p>
          <a:p>
            <a:pPr lvl="0"/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Head-only training is fastest but significantly underperforms </a:t>
            </a:r>
          </a:p>
          <a:p>
            <a:endParaRPr lang="en-US" sz="24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17587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99F0AE-1122-30CD-F1E5-40FECBDCC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US" sz="8000">
                <a:solidFill>
                  <a:srgbClr val="FFFFFF"/>
                </a:solidFill>
              </a:rPr>
              <a:t>Future Work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4716F-5032-7F1B-225D-D24D3A648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pPr lvl="0"/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Extend to multi-class sentiment (include neutral) </a:t>
            </a:r>
          </a:p>
          <a:p>
            <a:pPr lvl="0"/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Explore larger or alternative Transformer models </a:t>
            </a:r>
          </a:p>
          <a:p>
            <a:pPr lvl="0"/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Perform error analysis (misclassified examples) </a:t>
            </a:r>
          </a:p>
          <a:p>
            <a:pPr lvl="0"/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Generalize to other domains </a:t>
            </a:r>
          </a:p>
          <a:p>
            <a:endParaRPr lang="en-US" sz="24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1823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430</Words>
  <Application>Microsoft Office PowerPoint</Application>
  <PresentationFormat>Widescreen</PresentationFormat>
  <Paragraphs>90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Cambria Math</vt:lpstr>
      <vt:lpstr>Office Theme</vt:lpstr>
      <vt:lpstr>Sentiment Analysis of Text Data  Fine-Tuning BERTweet on Sentiment140 Dataset  </vt:lpstr>
      <vt:lpstr>Problem</vt:lpstr>
      <vt:lpstr>Objective</vt:lpstr>
      <vt:lpstr>Live Demo!</vt:lpstr>
      <vt:lpstr>Data + Preprocessing</vt:lpstr>
      <vt:lpstr>Set up + Hyperparameters</vt:lpstr>
      <vt:lpstr>Hyperparameters Cont.</vt:lpstr>
      <vt:lpstr>Hyperparameters Cont.</vt:lpstr>
      <vt:lpstr>Results</vt:lpstr>
      <vt:lpstr>PowerPoint Presentation</vt:lpstr>
      <vt:lpstr>PowerPoint Presentation</vt:lpstr>
      <vt:lpstr>PowerPoint Presentation</vt:lpstr>
      <vt:lpstr>Insights Gained</vt:lpstr>
      <vt:lpstr>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Brian Leung</dc:creator>
  <cp:lastModifiedBy>Brian Leung</cp:lastModifiedBy>
  <cp:revision>1</cp:revision>
  <dcterms:created xsi:type="dcterms:W3CDTF">2026-04-22T20:31:56Z</dcterms:created>
  <dcterms:modified xsi:type="dcterms:W3CDTF">2026-04-27T05:36:05Z</dcterms:modified>
</cp:coreProperties>
</file>